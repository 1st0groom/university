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25" userDrawn="1">
          <p15:clr>
            <a:srgbClr val="A4A3A4"/>
          </p15:clr>
        </p15:guide>
        <p15:guide id="5" orient="horz" pos="3861" userDrawn="1">
          <p15:clr>
            <a:srgbClr val="A4A3A4"/>
          </p15:clr>
        </p15:guide>
        <p15:guide id="6" pos="7355" userDrawn="1">
          <p15:clr>
            <a:srgbClr val="A4A3A4"/>
          </p15:clr>
        </p15:guide>
        <p15:guide id="7" orient="horz" pos="5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63EC"/>
    <a:srgbClr val="4472C4"/>
    <a:srgbClr val="CCCC00"/>
    <a:srgbClr val="8A8B8E"/>
    <a:srgbClr val="5556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7" autoAdjust="0"/>
    <p:restoredTop sz="70942" autoAdjust="0"/>
  </p:normalViewPr>
  <p:slideViewPr>
    <p:cSldViewPr snapToGrid="0">
      <p:cViewPr>
        <p:scale>
          <a:sx n="100" d="100"/>
          <a:sy n="100" d="100"/>
        </p:scale>
        <p:origin x="888" y="-882"/>
      </p:cViewPr>
      <p:guideLst>
        <p:guide orient="horz" pos="2228"/>
        <p:guide pos="3840"/>
        <p:guide pos="325"/>
        <p:guide orient="horz" pos="3861"/>
        <p:guide pos="7355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언 변" userId="70ac179f39b2a07c" providerId="LiveId" clId="{161563CB-1F21-48CF-A2EB-30458926A45E}"/>
    <pc:docChg chg="undo custSel addSld delSld modSld sldOrd">
      <pc:chgData name="승언 변" userId="70ac179f39b2a07c" providerId="LiveId" clId="{161563CB-1F21-48CF-A2EB-30458926A45E}" dt="2026-05-07T08:20:39.979" v="5738" actId="1076"/>
      <pc:docMkLst>
        <pc:docMk/>
      </pc:docMkLst>
      <pc:sldChg chg="del">
        <pc:chgData name="승언 변" userId="70ac179f39b2a07c" providerId="LiveId" clId="{161563CB-1F21-48CF-A2EB-30458926A45E}" dt="2026-05-06T01:21:37.675" v="0" actId="47"/>
        <pc:sldMkLst>
          <pc:docMk/>
          <pc:sldMk cId="2589613115" sldId="256"/>
        </pc:sldMkLst>
      </pc:sldChg>
      <pc:sldChg chg="del">
        <pc:chgData name="승언 변" userId="70ac179f39b2a07c" providerId="LiveId" clId="{161563CB-1F21-48CF-A2EB-30458926A45E}" dt="2026-05-06T01:21:38.727" v="1" actId="47"/>
        <pc:sldMkLst>
          <pc:docMk/>
          <pc:sldMk cId="1355356094" sldId="257"/>
        </pc:sldMkLst>
      </pc:sldChg>
      <pc:sldChg chg="addSp delSp modSp mod modNotesTx">
        <pc:chgData name="승언 변" userId="70ac179f39b2a07c" providerId="LiveId" clId="{161563CB-1F21-48CF-A2EB-30458926A45E}" dt="2026-05-06T03:51:52.703" v="3885" actId="1076"/>
        <pc:sldMkLst>
          <pc:docMk/>
          <pc:sldMk cId="339734123" sldId="258"/>
        </pc:sldMkLst>
        <pc:spChg chg="mod">
          <ac:chgData name="승언 변" userId="70ac179f39b2a07c" providerId="LiveId" clId="{161563CB-1F21-48CF-A2EB-30458926A45E}" dt="2026-05-06T02:23:31.048" v="378" actId="20577"/>
          <ac:spMkLst>
            <pc:docMk/>
            <pc:sldMk cId="339734123" sldId="258"/>
            <ac:spMk id="3" creationId="{E6CBBBD9-1E6C-440C-2D9E-34CF2E0A448E}"/>
          </ac:spMkLst>
        </pc:spChg>
        <pc:spChg chg="mod">
          <ac:chgData name="승언 변" userId="70ac179f39b2a07c" providerId="LiveId" clId="{161563CB-1F21-48CF-A2EB-30458926A45E}" dt="2026-05-06T01:23:52.551" v="89" actId="14100"/>
          <ac:spMkLst>
            <pc:docMk/>
            <pc:sldMk cId="339734123" sldId="258"/>
            <ac:spMk id="4" creationId="{745C5185-C209-88FC-9FA4-6683A90015D2}"/>
          </ac:spMkLst>
        </pc:spChg>
        <pc:spChg chg="mod">
          <ac:chgData name="승언 변" userId="70ac179f39b2a07c" providerId="LiveId" clId="{161563CB-1F21-48CF-A2EB-30458926A45E}" dt="2026-05-06T01:23:28.149" v="28" actId="20577"/>
          <ac:spMkLst>
            <pc:docMk/>
            <pc:sldMk cId="339734123" sldId="258"/>
            <ac:spMk id="5" creationId="{8019A442-550F-9E65-D3CF-BD9B11C7B9DC}"/>
          </ac:spMkLst>
        </pc:spChg>
        <pc:spChg chg="del">
          <ac:chgData name="승언 변" userId="70ac179f39b2a07c" providerId="LiveId" clId="{161563CB-1F21-48CF-A2EB-30458926A45E}" dt="2026-05-06T02:11:43.601" v="300" actId="478"/>
          <ac:spMkLst>
            <pc:docMk/>
            <pc:sldMk cId="339734123" sldId="258"/>
            <ac:spMk id="6" creationId="{6E1C8DB0-1A5C-45B1-3C18-70966BE82077}"/>
          </ac:spMkLst>
        </pc:spChg>
        <pc:spChg chg="mod">
          <ac:chgData name="승언 변" userId="70ac179f39b2a07c" providerId="LiveId" clId="{161563CB-1F21-48CF-A2EB-30458926A45E}" dt="2026-05-06T02:11:57.479" v="301" actId="14100"/>
          <ac:spMkLst>
            <pc:docMk/>
            <pc:sldMk cId="339734123" sldId="258"/>
            <ac:spMk id="7" creationId="{F43B7CDE-372D-0FDF-F685-718B96B60FD5}"/>
          </ac:spMkLst>
        </pc:spChg>
        <pc:spChg chg="mod">
          <ac:chgData name="승언 변" userId="70ac179f39b2a07c" providerId="LiveId" clId="{161563CB-1F21-48CF-A2EB-30458926A45E}" dt="2026-05-06T01:24:29.117" v="138" actId="207"/>
          <ac:spMkLst>
            <pc:docMk/>
            <pc:sldMk cId="339734123" sldId="258"/>
            <ac:spMk id="10" creationId="{7EDAB256-2A8A-BEAB-4E54-4A08BBBC16A3}"/>
          </ac:spMkLst>
        </pc:spChg>
        <pc:spChg chg="mod">
          <ac:chgData name="승언 변" userId="70ac179f39b2a07c" providerId="LiveId" clId="{161563CB-1F21-48CF-A2EB-30458926A45E}" dt="2026-05-06T02:10:02.355" v="288" actId="20577"/>
          <ac:spMkLst>
            <pc:docMk/>
            <pc:sldMk cId="339734123" sldId="258"/>
            <ac:spMk id="13" creationId="{58CBFC2A-9469-94B8-6A92-32240AE7994D}"/>
          </ac:spMkLst>
        </pc:spChg>
        <pc:grpChg chg="mod">
          <ac:chgData name="승언 변" userId="70ac179f39b2a07c" providerId="LiveId" clId="{161563CB-1F21-48CF-A2EB-30458926A45E}" dt="2026-05-06T02:23:28.206" v="376" actId="1076"/>
          <ac:grpSpMkLst>
            <pc:docMk/>
            <pc:sldMk cId="339734123" sldId="258"/>
            <ac:grpSpMk id="17" creationId="{340BE396-85DA-CE5D-2491-3131E14D9656}"/>
          </ac:grpSpMkLst>
        </pc:grpChg>
        <pc:picChg chg="add mod">
          <ac:chgData name="승언 변" userId="70ac179f39b2a07c" providerId="LiveId" clId="{161563CB-1F21-48CF-A2EB-30458926A45E}" dt="2026-05-06T03:51:52.703" v="3885" actId="1076"/>
          <ac:picMkLst>
            <pc:docMk/>
            <pc:sldMk cId="339734123" sldId="258"/>
            <ac:picMk id="8" creationId="{2D12F6D5-622A-2D84-7A6F-4F416F63BFD6}"/>
          </ac:picMkLst>
        </pc:picChg>
        <pc:picChg chg="del">
          <ac:chgData name="승언 변" userId="70ac179f39b2a07c" providerId="LiveId" clId="{161563CB-1F21-48CF-A2EB-30458926A45E}" dt="2026-05-06T02:08:49.430" v="227" actId="478"/>
          <ac:picMkLst>
            <pc:docMk/>
            <pc:sldMk cId="339734123" sldId="258"/>
            <ac:picMk id="9" creationId="{7390868C-7BC9-3017-4EF5-BB7BA23AEF2C}"/>
          </ac:picMkLst>
        </pc:picChg>
        <pc:picChg chg="add mod">
          <ac:chgData name="승언 변" userId="70ac179f39b2a07c" providerId="LiveId" clId="{161563CB-1F21-48CF-A2EB-30458926A45E}" dt="2026-05-06T02:11:26.492" v="291" actId="1076"/>
          <ac:picMkLst>
            <pc:docMk/>
            <pc:sldMk cId="339734123" sldId="258"/>
            <ac:picMk id="14" creationId="{6BE5F818-57DB-8885-7922-17C6090EEE65}"/>
          </ac:picMkLst>
        </pc:picChg>
        <pc:picChg chg="del">
          <ac:chgData name="승언 변" userId="70ac179f39b2a07c" providerId="LiveId" clId="{161563CB-1F21-48CF-A2EB-30458926A45E}" dt="2026-05-06T02:10:16.026" v="289" actId="478"/>
          <ac:picMkLst>
            <pc:docMk/>
            <pc:sldMk cId="339734123" sldId="258"/>
            <ac:picMk id="15" creationId="{2D36904E-BBDF-4E47-5016-8F85225AD383}"/>
          </ac:picMkLst>
        </pc:picChg>
        <pc:picChg chg="add mod">
          <ac:chgData name="승언 변" userId="70ac179f39b2a07c" providerId="LiveId" clId="{161563CB-1F21-48CF-A2EB-30458926A45E}" dt="2026-05-06T03:51:50.598" v="3884" actId="1076"/>
          <ac:picMkLst>
            <pc:docMk/>
            <pc:sldMk cId="339734123" sldId="258"/>
            <ac:picMk id="18" creationId="{37A3FF83-B2DC-F7B0-F0C3-9CC42C83DB9A}"/>
          </ac:picMkLst>
        </pc:picChg>
      </pc:sldChg>
      <pc:sldChg chg="addSp delSp modSp add mod">
        <pc:chgData name="승언 변" userId="70ac179f39b2a07c" providerId="LiveId" clId="{161563CB-1F21-48CF-A2EB-30458926A45E}" dt="2026-05-06T02:23:09.642" v="371" actId="22"/>
        <pc:sldMkLst>
          <pc:docMk/>
          <pc:sldMk cId="3342234551" sldId="259"/>
        </pc:sldMkLst>
        <pc:spChg chg="mod">
          <ac:chgData name="승언 변" userId="70ac179f39b2a07c" providerId="LiveId" clId="{161563CB-1F21-48CF-A2EB-30458926A45E}" dt="2026-05-06T02:17:12.335" v="329" actId="20577"/>
          <ac:spMkLst>
            <pc:docMk/>
            <pc:sldMk cId="3342234551" sldId="259"/>
            <ac:spMk id="4" creationId="{33B6F4C4-1D4F-156E-3F28-296A7ACA628F}"/>
          </ac:spMkLst>
        </pc:spChg>
        <pc:spChg chg="del">
          <ac:chgData name="승언 변" userId="70ac179f39b2a07c" providerId="LiveId" clId="{161563CB-1F21-48CF-A2EB-30458926A45E}" dt="2026-05-06T02:19:54.004" v="352" actId="478"/>
          <ac:spMkLst>
            <pc:docMk/>
            <pc:sldMk cId="3342234551" sldId="259"/>
            <ac:spMk id="10" creationId="{289FBC6B-940F-1C00-6304-7BBCD505B203}"/>
          </ac:spMkLst>
        </pc:spChg>
        <pc:spChg chg="del">
          <ac:chgData name="승언 변" userId="70ac179f39b2a07c" providerId="LiveId" clId="{161563CB-1F21-48CF-A2EB-30458926A45E}" dt="2026-05-06T02:19:50.780" v="351" actId="478"/>
          <ac:spMkLst>
            <pc:docMk/>
            <pc:sldMk cId="3342234551" sldId="259"/>
            <ac:spMk id="11" creationId="{2777829B-9875-728B-0A18-53DEACD6C3E2}"/>
          </ac:spMkLst>
        </pc:spChg>
        <pc:spChg chg="del">
          <ac:chgData name="승언 변" userId="70ac179f39b2a07c" providerId="LiveId" clId="{161563CB-1F21-48CF-A2EB-30458926A45E}" dt="2026-05-06T02:19:56.182" v="353" actId="478"/>
          <ac:spMkLst>
            <pc:docMk/>
            <pc:sldMk cId="3342234551" sldId="259"/>
            <ac:spMk id="13" creationId="{778E2BB8-4564-1137-4821-913114B37EEB}"/>
          </ac:spMkLst>
        </pc:spChg>
        <pc:picChg chg="add mod">
          <ac:chgData name="승언 변" userId="70ac179f39b2a07c" providerId="LiveId" clId="{161563CB-1F21-48CF-A2EB-30458926A45E}" dt="2026-05-06T02:22:09.760" v="365" actId="1076"/>
          <ac:picMkLst>
            <pc:docMk/>
            <pc:sldMk cId="3342234551" sldId="259"/>
            <ac:picMk id="6" creationId="{292FBFDB-5B81-D8ED-18BF-BD9B8366AB94}"/>
          </ac:picMkLst>
        </pc:picChg>
        <pc:picChg chg="del">
          <ac:chgData name="승언 변" userId="70ac179f39b2a07c" providerId="LiveId" clId="{161563CB-1F21-48CF-A2EB-30458926A45E}" dt="2026-05-06T02:18:28.648" v="339" actId="478"/>
          <ac:picMkLst>
            <pc:docMk/>
            <pc:sldMk cId="3342234551" sldId="259"/>
            <ac:picMk id="8" creationId="{DD2D2057-5502-496D-BF9E-1A27A06C1679}"/>
          </ac:picMkLst>
        </pc:picChg>
        <pc:picChg chg="add mod">
          <ac:chgData name="승언 변" userId="70ac179f39b2a07c" providerId="LiveId" clId="{161563CB-1F21-48CF-A2EB-30458926A45E}" dt="2026-05-06T02:22:15.203" v="366" actId="1076"/>
          <ac:picMkLst>
            <pc:docMk/>
            <pc:sldMk cId="3342234551" sldId="259"/>
            <ac:picMk id="12" creationId="{7E0ED944-0F0C-CC90-4E3B-C712BE624C2F}"/>
          </ac:picMkLst>
        </pc:picChg>
        <pc:picChg chg="add mod">
          <ac:chgData name="승언 변" userId="70ac179f39b2a07c" providerId="LiveId" clId="{161563CB-1F21-48CF-A2EB-30458926A45E}" dt="2026-05-06T02:22:24.741" v="368" actId="1076"/>
          <ac:picMkLst>
            <pc:docMk/>
            <pc:sldMk cId="3342234551" sldId="259"/>
            <ac:picMk id="16" creationId="{65104BA9-8B40-9C63-641C-7A02356F7315}"/>
          </ac:picMkLst>
        </pc:picChg>
        <pc:picChg chg="add mod">
          <ac:chgData name="승언 변" userId="70ac179f39b2a07c" providerId="LiveId" clId="{161563CB-1F21-48CF-A2EB-30458926A45E}" dt="2026-05-06T02:22:28.741" v="369" actId="1076"/>
          <ac:picMkLst>
            <pc:docMk/>
            <pc:sldMk cId="3342234551" sldId="259"/>
            <ac:picMk id="19" creationId="{05D377F8-7576-36DD-9494-730ACCC4789C}"/>
          </ac:picMkLst>
        </pc:picChg>
        <pc:picChg chg="add del">
          <ac:chgData name="승언 변" userId="70ac179f39b2a07c" providerId="LiveId" clId="{161563CB-1F21-48CF-A2EB-30458926A45E}" dt="2026-05-06T02:23:09.642" v="371" actId="22"/>
          <ac:picMkLst>
            <pc:docMk/>
            <pc:sldMk cId="3342234551" sldId="259"/>
            <ac:picMk id="21" creationId="{F8C7B847-2F01-7C97-7E20-550339FE5B6B}"/>
          </ac:picMkLst>
        </pc:picChg>
      </pc:sldChg>
      <pc:sldChg chg="addSp delSp modSp add mod">
        <pc:chgData name="승언 변" userId="70ac179f39b2a07c" providerId="LiveId" clId="{161563CB-1F21-48CF-A2EB-30458926A45E}" dt="2026-05-06T02:33:36.053" v="567" actId="1076"/>
        <pc:sldMkLst>
          <pc:docMk/>
          <pc:sldMk cId="1079064973" sldId="260"/>
        </pc:sldMkLst>
        <pc:spChg chg="mod">
          <ac:chgData name="승언 변" userId="70ac179f39b2a07c" providerId="LiveId" clId="{161563CB-1F21-48CF-A2EB-30458926A45E}" dt="2026-05-06T02:31:59.784" v="544" actId="14100"/>
          <ac:spMkLst>
            <pc:docMk/>
            <pc:sldMk cId="1079064973" sldId="260"/>
            <ac:spMk id="3" creationId="{74D50079-6368-800E-FBAD-C7097435AE6B}"/>
          </ac:spMkLst>
        </pc:spChg>
        <pc:spChg chg="mod">
          <ac:chgData name="승언 변" userId="70ac179f39b2a07c" providerId="LiveId" clId="{161563CB-1F21-48CF-A2EB-30458926A45E}" dt="2026-05-06T02:32:04.672" v="545" actId="1076"/>
          <ac:spMkLst>
            <pc:docMk/>
            <pc:sldMk cId="1079064973" sldId="260"/>
            <ac:spMk id="4" creationId="{3B33B5AB-3874-2D87-4A03-221FEB32D4A6}"/>
          </ac:spMkLst>
        </pc:spChg>
        <pc:picChg chg="del">
          <ac:chgData name="승언 변" userId="70ac179f39b2a07c" providerId="LiveId" clId="{161563CB-1F21-48CF-A2EB-30458926A45E}" dt="2026-05-06T02:25:22.833" v="455" actId="478"/>
          <ac:picMkLst>
            <pc:docMk/>
            <pc:sldMk cId="1079064973" sldId="260"/>
            <ac:picMk id="6" creationId="{28742A32-B0BE-B4B3-E563-4242816E378F}"/>
          </ac:picMkLst>
        </pc:picChg>
        <pc:picChg chg="add mod">
          <ac:chgData name="승언 변" userId="70ac179f39b2a07c" providerId="LiveId" clId="{161563CB-1F21-48CF-A2EB-30458926A45E}" dt="2026-05-06T02:33:36.053" v="567" actId="1076"/>
          <ac:picMkLst>
            <pc:docMk/>
            <pc:sldMk cId="1079064973" sldId="260"/>
            <ac:picMk id="8" creationId="{A13D7D6F-E27C-4E01-210B-3B0EB777996F}"/>
          </ac:picMkLst>
        </pc:picChg>
        <pc:picChg chg="add mod">
          <ac:chgData name="승언 변" userId="70ac179f39b2a07c" providerId="LiveId" clId="{161563CB-1F21-48CF-A2EB-30458926A45E}" dt="2026-05-06T02:25:14.570" v="453" actId="1076"/>
          <ac:picMkLst>
            <pc:docMk/>
            <pc:sldMk cId="1079064973" sldId="260"/>
            <ac:picMk id="10" creationId="{A086C3D6-478B-CE2F-F5CF-A4497550953D}"/>
          </ac:picMkLst>
        </pc:picChg>
        <pc:picChg chg="del">
          <ac:chgData name="승언 변" userId="70ac179f39b2a07c" providerId="LiveId" clId="{161563CB-1F21-48CF-A2EB-30458926A45E}" dt="2026-05-06T02:25:21.605" v="454" actId="478"/>
          <ac:picMkLst>
            <pc:docMk/>
            <pc:sldMk cId="1079064973" sldId="260"/>
            <ac:picMk id="12" creationId="{DEC9C559-5D17-5C6F-D200-D9167B0CE1F6}"/>
          </ac:picMkLst>
        </pc:picChg>
        <pc:picChg chg="add mod">
          <ac:chgData name="승언 변" userId="70ac179f39b2a07c" providerId="LiveId" clId="{161563CB-1F21-48CF-A2EB-30458926A45E}" dt="2026-05-06T02:25:51.011" v="463" actId="1076"/>
          <ac:picMkLst>
            <pc:docMk/>
            <pc:sldMk cId="1079064973" sldId="260"/>
            <ac:picMk id="13" creationId="{DCA6ABBE-B2D8-D334-3299-E261C2A646DC}"/>
          </ac:picMkLst>
        </pc:picChg>
        <pc:picChg chg="del">
          <ac:chgData name="승언 변" userId="70ac179f39b2a07c" providerId="LiveId" clId="{161563CB-1F21-48CF-A2EB-30458926A45E}" dt="2026-05-06T02:24:58.234" v="449" actId="478"/>
          <ac:picMkLst>
            <pc:docMk/>
            <pc:sldMk cId="1079064973" sldId="260"/>
            <ac:picMk id="16" creationId="{41C88853-74AE-F9B0-13E2-BB20AFA3993F}"/>
          </ac:picMkLst>
        </pc:picChg>
        <pc:picChg chg="add mod">
          <ac:chgData name="승언 변" userId="70ac179f39b2a07c" providerId="LiveId" clId="{161563CB-1F21-48CF-A2EB-30458926A45E}" dt="2026-05-06T02:26:04.800" v="470" actId="1076"/>
          <ac:picMkLst>
            <pc:docMk/>
            <pc:sldMk cId="1079064973" sldId="260"/>
            <ac:picMk id="18" creationId="{FFBB0084-B581-60EB-5465-29ECD4765CC2}"/>
          </ac:picMkLst>
        </pc:picChg>
        <pc:picChg chg="del">
          <ac:chgData name="승언 변" userId="70ac179f39b2a07c" providerId="LiveId" clId="{161563CB-1F21-48CF-A2EB-30458926A45E}" dt="2026-05-06T02:24:42.492" v="444" actId="478"/>
          <ac:picMkLst>
            <pc:docMk/>
            <pc:sldMk cId="1079064973" sldId="260"/>
            <ac:picMk id="19" creationId="{83CCE778-EDC3-7376-EDAC-C251B05F5F51}"/>
          </ac:picMkLst>
        </pc:picChg>
        <pc:picChg chg="add mod">
          <ac:chgData name="승언 변" userId="70ac179f39b2a07c" providerId="LiveId" clId="{161563CB-1F21-48CF-A2EB-30458926A45E}" dt="2026-05-06T02:30:07.301" v="526" actId="1076"/>
          <ac:picMkLst>
            <pc:docMk/>
            <pc:sldMk cId="1079064973" sldId="260"/>
            <ac:picMk id="21" creationId="{4F9BAF8E-9D3F-A0EA-DDF6-86EAD3D4C82C}"/>
          </ac:picMkLst>
        </pc:picChg>
        <pc:picChg chg="add mod">
          <ac:chgData name="승언 변" userId="70ac179f39b2a07c" providerId="LiveId" clId="{161563CB-1F21-48CF-A2EB-30458926A45E}" dt="2026-05-06T02:30:11.771" v="527" actId="1076"/>
          <ac:picMkLst>
            <pc:docMk/>
            <pc:sldMk cId="1079064973" sldId="260"/>
            <ac:picMk id="23" creationId="{DB3DF52E-DBA7-C595-8C47-B31A5568D372}"/>
          </ac:picMkLst>
        </pc:picChg>
        <pc:picChg chg="add del mod">
          <ac:chgData name="승언 변" userId="70ac179f39b2a07c" providerId="LiveId" clId="{161563CB-1F21-48CF-A2EB-30458926A45E}" dt="2026-05-06T02:27:02.019" v="486" actId="22"/>
          <ac:picMkLst>
            <pc:docMk/>
            <pc:sldMk cId="1079064973" sldId="260"/>
            <ac:picMk id="25" creationId="{58AEA6B4-C78C-23BA-A373-BBAED10EBC2F}"/>
          </ac:picMkLst>
        </pc:picChg>
        <pc:picChg chg="add mod">
          <ac:chgData name="승언 변" userId="70ac179f39b2a07c" providerId="LiveId" clId="{161563CB-1F21-48CF-A2EB-30458926A45E}" dt="2026-05-06T02:30:46.748" v="532" actId="14100"/>
          <ac:picMkLst>
            <pc:docMk/>
            <pc:sldMk cId="1079064973" sldId="260"/>
            <ac:picMk id="27" creationId="{B980174C-26F0-CE4A-FAB9-6C92CE6128CC}"/>
          </ac:picMkLst>
        </pc:picChg>
        <pc:picChg chg="add mod">
          <ac:chgData name="승언 변" userId="70ac179f39b2a07c" providerId="LiveId" clId="{161563CB-1F21-48CF-A2EB-30458926A45E}" dt="2026-05-06T02:28:25.811" v="503" actId="1036"/>
          <ac:picMkLst>
            <pc:docMk/>
            <pc:sldMk cId="1079064973" sldId="260"/>
            <ac:picMk id="29" creationId="{181FAC53-0549-777C-9206-E01455AEF5B7}"/>
          </ac:picMkLst>
        </pc:picChg>
        <pc:picChg chg="add del mod">
          <ac:chgData name="승언 변" userId="70ac179f39b2a07c" providerId="LiveId" clId="{161563CB-1F21-48CF-A2EB-30458926A45E}" dt="2026-05-06T02:29:07.458" v="512" actId="478"/>
          <ac:picMkLst>
            <pc:docMk/>
            <pc:sldMk cId="1079064973" sldId="260"/>
            <ac:picMk id="31" creationId="{034CCAA1-0B77-8014-AF5C-9F60FB05C2DC}"/>
          </ac:picMkLst>
        </pc:picChg>
        <pc:picChg chg="add del mod">
          <ac:chgData name="승언 변" userId="70ac179f39b2a07c" providerId="LiveId" clId="{161563CB-1F21-48CF-A2EB-30458926A45E}" dt="2026-05-06T02:29:45.218" v="520" actId="478"/>
          <ac:picMkLst>
            <pc:docMk/>
            <pc:sldMk cId="1079064973" sldId="260"/>
            <ac:picMk id="33" creationId="{74EB8429-3B89-EE44-E011-69CD5652B1F3}"/>
          </ac:picMkLst>
        </pc:picChg>
        <pc:picChg chg="add mod">
          <ac:chgData name="승언 변" userId="70ac179f39b2a07c" providerId="LiveId" clId="{161563CB-1F21-48CF-A2EB-30458926A45E}" dt="2026-05-06T02:30:04.523" v="525" actId="1076"/>
          <ac:picMkLst>
            <pc:docMk/>
            <pc:sldMk cId="1079064973" sldId="260"/>
            <ac:picMk id="35" creationId="{AE4E1022-7FD8-3839-3D04-14AC77D84445}"/>
          </ac:picMkLst>
        </pc:picChg>
        <pc:picChg chg="add mod">
          <ac:chgData name="승언 변" userId="70ac179f39b2a07c" providerId="LiveId" clId="{161563CB-1F21-48CF-A2EB-30458926A45E}" dt="2026-05-06T02:30:37.380" v="531" actId="1076"/>
          <ac:picMkLst>
            <pc:docMk/>
            <pc:sldMk cId="1079064973" sldId="260"/>
            <ac:picMk id="37" creationId="{1B2E2C10-3F54-F242-5F6D-CBF953C4B1D7}"/>
          </ac:picMkLst>
        </pc:picChg>
      </pc:sldChg>
      <pc:sldChg chg="new del">
        <pc:chgData name="승언 변" userId="70ac179f39b2a07c" providerId="LiveId" clId="{161563CB-1F21-48CF-A2EB-30458926A45E}" dt="2026-05-06T02:23:17.530" v="373" actId="47"/>
        <pc:sldMkLst>
          <pc:docMk/>
          <pc:sldMk cId="2437012280" sldId="260"/>
        </pc:sldMkLst>
      </pc:sldChg>
      <pc:sldChg chg="del modNotesTx">
        <pc:chgData name="승언 변" userId="70ac179f39b2a07c" providerId="LiveId" clId="{161563CB-1F21-48CF-A2EB-30458926A45E}" dt="2026-05-06T02:11:31.107" v="292" actId="47"/>
        <pc:sldMkLst>
          <pc:docMk/>
          <pc:sldMk cId="3097944136" sldId="260"/>
        </pc:sldMkLst>
      </pc:sldChg>
      <pc:sldChg chg="del modNotesTx">
        <pc:chgData name="승언 변" userId="70ac179f39b2a07c" providerId="LiveId" clId="{161563CB-1F21-48CF-A2EB-30458926A45E}" dt="2026-05-06T02:11:31.907" v="293" actId="47"/>
        <pc:sldMkLst>
          <pc:docMk/>
          <pc:sldMk cId="539725696" sldId="261"/>
        </pc:sldMkLst>
      </pc:sldChg>
      <pc:sldChg chg="addSp delSp modSp add mod">
        <pc:chgData name="승언 변" userId="70ac179f39b2a07c" providerId="LiveId" clId="{161563CB-1F21-48CF-A2EB-30458926A45E}" dt="2026-05-06T02:44:48.875" v="614" actId="1076"/>
        <pc:sldMkLst>
          <pc:docMk/>
          <pc:sldMk cId="1051802626" sldId="261"/>
        </pc:sldMkLst>
        <pc:spChg chg="mod">
          <ac:chgData name="승언 변" userId="70ac179f39b2a07c" providerId="LiveId" clId="{161563CB-1F21-48CF-A2EB-30458926A45E}" dt="2026-05-06T02:32:24.862" v="551" actId="14100"/>
          <ac:spMkLst>
            <pc:docMk/>
            <pc:sldMk cId="1051802626" sldId="261"/>
            <ac:spMk id="3" creationId="{D51BC711-99A5-8513-D6E5-6D0F6CEEEDB4}"/>
          </ac:spMkLst>
        </pc:spChg>
        <pc:spChg chg="mod">
          <ac:chgData name="승언 변" userId="70ac179f39b2a07c" providerId="LiveId" clId="{161563CB-1F21-48CF-A2EB-30458926A45E}" dt="2026-05-06T02:44:48.875" v="614" actId="1076"/>
          <ac:spMkLst>
            <pc:docMk/>
            <pc:sldMk cId="1051802626" sldId="261"/>
            <ac:spMk id="4" creationId="{56CC7CA0-8DBE-5E05-5176-BA50EE6AD022}"/>
          </ac:spMkLst>
        </pc:spChg>
        <pc:picChg chg="add mod">
          <ac:chgData name="승언 변" userId="70ac179f39b2a07c" providerId="LiveId" clId="{161563CB-1F21-48CF-A2EB-30458926A45E}" dt="2026-05-06T02:33:32.760" v="566" actId="1076"/>
          <ac:picMkLst>
            <pc:docMk/>
            <pc:sldMk cId="1051802626" sldId="261"/>
            <ac:picMk id="6" creationId="{5549F77D-8433-510C-1320-84AFCD415D67}"/>
          </ac:picMkLst>
        </pc:picChg>
        <pc:picChg chg="del">
          <ac:chgData name="승언 변" userId="70ac179f39b2a07c" providerId="LiveId" clId="{161563CB-1F21-48CF-A2EB-30458926A45E}" dt="2026-05-06T02:32:43.032" v="554" actId="478"/>
          <ac:picMkLst>
            <pc:docMk/>
            <pc:sldMk cId="1051802626" sldId="261"/>
            <ac:picMk id="8" creationId="{7DAE9E2C-9A58-DD87-EA5C-1EDB62D84404}"/>
          </ac:picMkLst>
        </pc:picChg>
        <pc:picChg chg="del">
          <ac:chgData name="승언 변" userId="70ac179f39b2a07c" providerId="LiveId" clId="{161563CB-1F21-48CF-A2EB-30458926A45E}" dt="2026-05-06T02:33:09.402" v="561" actId="478"/>
          <ac:picMkLst>
            <pc:docMk/>
            <pc:sldMk cId="1051802626" sldId="261"/>
            <ac:picMk id="10" creationId="{A644B609-2C3A-351D-647D-AA7B1662DE20}"/>
          </ac:picMkLst>
        </pc:picChg>
        <pc:picChg chg="add mod">
          <ac:chgData name="승언 변" userId="70ac179f39b2a07c" providerId="LiveId" clId="{161563CB-1F21-48CF-A2EB-30458926A45E}" dt="2026-05-06T02:33:41.251" v="568" actId="1076"/>
          <ac:picMkLst>
            <pc:docMk/>
            <pc:sldMk cId="1051802626" sldId="261"/>
            <ac:picMk id="11" creationId="{00AE1379-693F-0FFA-5B24-E17AC1CA3909}"/>
          </ac:picMkLst>
        </pc:picChg>
        <pc:picChg chg="del">
          <ac:chgData name="승언 변" userId="70ac179f39b2a07c" providerId="LiveId" clId="{161563CB-1F21-48CF-A2EB-30458926A45E}" dt="2026-05-06T02:42:05.196" v="578" actId="478"/>
          <ac:picMkLst>
            <pc:docMk/>
            <pc:sldMk cId="1051802626" sldId="261"/>
            <ac:picMk id="13" creationId="{04EAD36A-1E34-F721-4EEA-5A4E511D3BAC}"/>
          </ac:picMkLst>
        </pc:picChg>
        <pc:picChg chg="add del">
          <ac:chgData name="승언 변" userId="70ac179f39b2a07c" providerId="LiveId" clId="{161563CB-1F21-48CF-A2EB-30458926A45E}" dt="2026-05-06T02:41:46.212" v="570" actId="22"/>
          <ac:picMkLst>
            <pc:docMk/>
            <pc:sldMk cId="1051802626" sldId="261"/>
            <ac:picMk id="15" creationId="{D22F5838-4170-3F1D-0BED-8BD0A1DB3F52}"/>
          </ac:picMkLst>
        </pc:picChg>
        <pc:picChg chg="add del mod">
          <ac:chgData name="승언 변" userId="70ac179f39b2a07c" providerId="LiveId" clId="{161563CB-1F21-48CF-A2EB-30458926A45E}" dt="2026-05-06T02:42:03.473" v="577" actId="21"/>
          <ac:picMkLst>
            <pc:docMk/>
            <pc:sldMk cId="1051802626" sldId="261"/>
            <ac:picMk id="19" creationId="{B8888E88-DA11-6D07-CB1F-DB126209BC9C}"/>
          </ac:picMkLst>
        </pc:picChg>
        <pc:picChg chg="add del mod">
          <ac:chgData name="승언 변" userId="70ac179f39b2a07c" providerId="LiveId" clId="{161563CB-1F21-48CF-A2EB-30458926A45E}" dt="2026-05-06T02:42:11.122" v="580" actId="478"/>
          <ac:picMkLst>
            <pc:docMk/>
            <pc:sldMk cId="1051802626" sldId="261"/>
            <ac:picMk id="20" creationId="{B8888E88-DA11-6D07-CB1F-DB126209BC9C}"/>
          </ac:picMkLst>
        </pc:picChg>
        <pc:picChg chg="del">
          <ac:chgData name="승언 변" userId="70ac179f39b2a07c" providerId="LiveId" clId="{161563CB-1F21-48CF-A2EB-30458926A45E}" dt="2026-05-06T02:42:46.613" v="590" actId="478"/>
          <ac:picMkLst>
            <pc:docMk/>
            <pc:sldMk cId="1051802626" sldId="261"/>
            <ac:picMk id="21" creationId="{A39A6B2A-7003-BB3D-694A-74ED4D3D490E}"/>
          </ac:picMkLst>
        </pc:picChg>
        <pc:picChg chg="del">
          <ac:chgData name="승언 변" userId="70ac179f39b2a07c" providerId="LiveId" clId="{161563CB-1F21-48CF-A2EB-30458926A45E}" dt="2026-05-06T02:43:00.223" v="593" actId="478"/>
          <ac:picMkLst>
            <pc:docMk/>
            <pc:sldMk cId="1051802626" sldId="261"/>
            <ac:picMk id="23" creationId="{8F2F9308-BF8C-DD69-9710-FAB83882CFC8}"/>
          </ac:picMkLst>
        </pc:picChg>
        <pc:picChg chg="add mod">
          <ac:chgData name="승언 변" userId="70ac179f39b2a07c" providerId="LiveId" clId="{161563CB-1F21-48CF-A2EB-30458926A45E}" dt="2026-05-06T02:42:33.966" v="586" actId="1038"/>
          <ac:picMkLst>
            <pc:docMk/>
            <pc:sldMk cId="1051802626" sldId="261"/>
            <ac:picMk id="24" creationId="{EA699607-C02D-9576-90FE-31AD6C2089C6}"/>
          </ac:picMkLst>
        </pc:picChg>
        <pc:picChg chg="add mod">
          <ac:chgData name="승언 변" userId="70ac179f39b2a07c" providerId="LiveId" clId="{161563CB-1F21-48CF-A2EB-30458926A45E}" dt="2026-05-06T02:42:56.093" v="592" actId="14100"/>
          <ac:picMkLst>
            <pc:docMk/>
            <pc:sldMk cId="1051802626" sldId="261"/>
            <ac:picMk id="26" creationId="{B29EF064-7FBE-77E0-2D88-2F2C35B835E0}"/>
          </ac:picMkLst>
        </pc:picChg>
        <pc:picChg chg="add mod">
          <ac:chgData name="승언 변" userId="70ac179f39b2a07c" providerId="LiveId" clId="{161563CB-1F21-48CF-A2EB-30458926A45E}" dt="2026-05-06T02:43:16.303" v="598" actId="14100"/>
          <ac:picMkLst>
            <pc:docMk/>
            <pc:sldMk cId="1051802626" sldId="261"/>
            <ac:picMk id="30" creationId="{802118A9-45E2-B301-5AA2-73D1F8A27BF8}"/>
          </ac:picMkLst>
        </pc:picChg>
        <pc:picChg chg="add mod">
          <ac:chgData name="승언 변" userId="70ac179f39b2a07c" providerId="LiveId" clId="{161563CB-1F21-48CF-A2EB-30458926A45E}" dt="2026-05-06T02:43:40.869" v="605" actId="1036"/>
          <ac:picMkLst>
            <pc:docMk/>
            <pc:sldMk cId="1051802626" sldId="261"/>
            <ac:picMk id="32" creationId="{630CC23E-6462-7E0F-4C9A-F0D926567BEB}"/>
          </ac:picMkLst>
        </pc:picChg>
        <pc:picChg chg="add mod">
          <ac:chgData name="승언 변" userId="70ac179f39b2a07c" providerId="LiveId" clId="{161563CB-1F21-48CF-A2EB-30458926A45E}" dt="2026-05-06T02:44:10.988" v="613" actId="14100"/>
          <ac:picMkLst>
            <pc:docMk/>
            <pc:sldMk cId="1051802626" sldId="261"/>
            <ac:picMk id="34" creationId="{E4A8815F-207D-0B02-9BE3-D4DB12A11431}"/>
          </ac:picMkLst>
        </pc:picChg>
        <pc:picChg chg="del">
          <ac:chgData name="승언 변" userId="70ac179f39b2a07c" providerId="LiveId" clId="{161563CB-1F21-48CF-A2EB-30458926A45E}" dt="2026-05-06T02:43:23.801" v="599" actId="478"/>
          <ac:picMkLst>
            <pc:docMk/>
            <pc:sldMk cId="1051802626" sldId="261"/>
            <ac:picMk id="35" creationId="{9833B3DF-7E66-A8C8-3E7D-EB838083689D}"/>
          </ac:picMkLst>
        </pc:picChg>
        <pc:picChg chg="del">
          <ac:chgData name="승언 변" userId="70ac179f39b2a07c" providerId="LiveId" clId="{161563CB-1F21-48CF-A2EB-30458926A45E}" dt="2026-05-06T02:43:44.492" v="606" actId="478"/>
          <ac:picMkLst>
            <pc:docMk/>
            <pc:sldMk cId="1051802626" sldId="261"/>
            <ac:picMk id="37" creationId="{C136FFF3-7585-DD3C-8171-E7911B136A1C}"/>
          </ac:picMkLst>
        </pc:picChg>
      </pc:sldChg>
      <pc:sldChg chg="modSp add del mod">
        <pc:chgData name="승언 변" userId="70ac179f39b2a07c" providerId="LiveId" clId="{161563CB-1F21-48CF-A2EB-30458926A45E}" dt="2026-05-06T02:46:11.604" v="745" actId="47"/>
        <pc:sldMkLst>
          <pc:docMk/>
          <pc:sldMk cId="560279912" sldId="262"/>
        </pc:sldMkLst>
        <pc:spChg chg="mod">
          <ac:chgData name="승언 변" userId="70ac179f39b2a07c" providerId="LiveId" clId="{161563CB-1F21-48CF-A2EB-30458926A45E}" dt="2026-05-06T02:45:42.810" v="721" actId="20577"/>
          <ac:spMkLst>
            <pc:docMk/>
            <pc:sldMk cId="560279912" sldId="262"/>
            <ac:spMk id="3" creationId="{3C88551F-1E4E-C479-779D-1814891F067F}"/>
          </ac:spMkLst>
        </pc:spChg>
        <pc:spChg chg="mod">
          <ac:chgData name="승언 변" userId="70ac179f39b2a07c" providerId="LiveId" clId="{161563CB-1F21-48CF-A2EB-30458926A45E}" dt="2026-05-06T02:45:50.716" v="743" actId="1038"/>
          <ac:spMkLst>
            <pc:docMk/>
            <pc:sldMk cId="560279912" sldId="262"/>
            <ac:spMk id="4" creationId="{189FDB3C-47EE-7543-8A8F-5D7B7E816161}"/>
          </ac:spMkLst>
        </pc:spChg>
      </pc:sldChg>
      <pc:sldChg chg="addSp delSp modSp add mod">
        <pc:chgData name="승언 변" userId="70ac179f39b2a07c" providerId="LiveId" clId="{161563CB-1F21-48CF-A2EB-30458926A45E}" dt="2026-05-06T03:40:27.610" v="3864" actId="20577"/>
        <pc:sldMkLst>
          <pc:docMk/>
          <pc:sldMk cId="2132493775" sldId="262"/>
        </pc:sldMkLst>
        <pc:spChg chg="mod">
          <ac:chgData name="승언 변" userId="70ac179f39b2a07c" providerId="LiveId" clId="{161563CB-1F21-48CF-A2EB-30458926A45E}" dt="2026-05-06T03:40:27.610" v="3864" actId="20577"/>
          <ac:spMkLst>
            <pc:docMk/>
            <pc:sldMk cId="2132493775" sldId="262"/>
            <ac:spMk id="3" creationId="{8D007171-BE5E-CA30-78CE-E5132D79C4CF}"/>
          </ac:spMkLst>
        </pc:spChg>
        <pc:spChg chg="mod">
          <ac:chgData name="승언 변" userId="70ac179f39b2a07c" providerId="LiveId" clId="{161563CB-1F21-48CF-A2EB-30458926A45E}" dt="2026-05-06T02:48:37.247" v="1147" actId="1076"/>
          <ac:spMkLst>
            <pc:docMk/>
            <pc:sldMk cId="2132493775" sldId="262"/>
            <ac:spMk id="4" creationId="{E356E9B8-6FCE-7D6E-29E1-D8C2339318C1}"/>
          </ac:spMkLst>
        </pc:spChg>
        <pc:spChg chg="mod">
          <ac:chgData name="승언 변" userId="70ac179f39b2a07c" providerId="LiveId" clId="{161563CB-1F21-48CF-A2EB-30458926A45E}" dt="2026-05-06T02:48:42.497" v="1148" actId="207"/>
          <ac:spMkLst>
            <pc:docMk/>
            <pc:sldMk cId="2132493775" sldId="262"/>
            <ac:spMk id="10" creationId="{B388126F-EA7A-E3CC-184D-E4F6EAD355B3}"/>
          </ac:spMkLst>
        </pc:spChg>
        <pc:spChg chg="mod">
          <ac:chgData name="승언 변" userId="70ac179f39b2a07c" providerId="LiveId" clId="{161563CB-1F21-48CF-A2EB-30458926A45E}" dt="2026-05-06T02:49:57.928" v="1577" actId="20577"/>
          <ac:spMkLst>
            <pc:docMk/>
            <pc:sldMk cId="2132493775" sldId="262"/>
            <ac:spMk id="13" creationId="{5B600142-FB3E-5072-E280-FE7B21B5C1FA}"/>
          </ac:spMkLst>
        </pc:spChg>
        <pc:picChg chg="add del mod">
          <ac:chgData name="승언 변" userId="70ac179f39b2a07c" providerId="LiveId" clId="{161563CB-1F21-48CF-A2EB-30458926A45E}" dt="2026-05-06T02:50:27.103" v="1582" actId="21"/>
          <ac:picMkLst>
            <pc:docMk/>
            <pc:sldMk cId="2132493775" sldId="262"/>
            <ac:picMk id="6" creationId="{D1A73851-2482-8305-91C7-5805D16A2A4D}"/>
          </ac:picMkLst>
        </pc:picChg>
        <pc:picChg chg="del">
          <ac:chgData name="승언 변" userId="70ac179f39b2a07c" providerId="LiveId" clId="{161563CB-1F21-48CF-A2EB-30458926A45E}" dt="2026-05-06T02:50:00.233" v="1578" actId="478"/>
          <ac:picMkLst>
            <pc:docMk/>
            <pc:sldMk cId="2132493775" sldId="262"/>
            <ac:picMk id="8" creationId="{1764644F-234A-4FE5-758F-9B3964BFA58C}"/>
          </ac:picMkLst>
        </pc:picChg>
        <pc:picChg chg="add mod modCrop">
          <ac:chgData name="승언 변" userId="70ac179f39b2a07c" providerId="LiveId" clId="{161563CB-1F21-48CF-A2EB-30458926A45E}" dt="2026-05-06T02:52:28.722" v="1602" actId="1076"/>
          <ac:picMkLst>
            <pc:docMk/>
            <pc:sldMk cId="2132493775" sldId="262"/>
            <ac:picMk id="12" creationId="{7774A535-7617-7FF1-EAA5-DD3AA1049707}"/>
          </ac:picMkLst>
        </pc:picChg>
        <pc:picChg chg="add mod modCrop">
          <ac:chgData name="승언 변" userId="70ac179f39b2a07c" providerId="LiveId" clId="{161563CB-1F21-48CF-A2EB-30458926A45E}" dt="2026-05-06T02:52:12.443" v="1600" actId="732"/>
          <ac:picMkLst>
            <pc:docMk/>
            <pc:sldMk cId="2132493775" sldId="262"/>
            <ac:picMk id="16" creationId="{07CAB5B3-9608-AF27-4031-310D462010E6}"/>
          </ac:picMkLst>
        </pc:picChg>
        <pc:picChg chg="del">
          <ac:chgData name="승언 변" userId="70ac179f39b2a07c" providerId="LiveId" clId="{161563CB-1F21-48CF-A2EB-30458926A45E}" dt="2026-05-06T02:50:01.331" v="1579" actId="478"/>
          <ac:picMkLst>
            <pc:docMk/>
            <pc:sldMk cId="2132493775" sldId="262"/>
            <ac:picMk id="18" creationId="{AAD913F0-B6A0-EB90-0796-5A4D9E0FE69B}"/>
          </ac:picMkLst>
        </pc:picChg>
        <pc:picChg chg="add del">
          <ac:chgData name="승언 변" userId="70ac179f39b2a07c" providerId="LiveId" clId="{161563CB-1F21-48CF-A2EB-30458926A45E}" dt="2026-05-06T02:52:36.251" v="1604" actId="21"/>
          <ac:picMkLst>
            <pc:docMk/>
            <pc:sldMk cId="2132493775" sldId="262"/>
            <ac:picMk id="20" creationId="{FFF19BCB-26D3-C46B-429C-A4599B3201E8}"/>
          </ac:picMkLst>
        </pc:picChg>
        <pc:picChg chg="add mod">
          <ac:chgData name="승언 변" userId="70ac179f39b2a07c" providerId="LiveId" clId="{161563CB-1F21-48CF-A2EB-30458926A45E}" dt="2026-05-06T02:53:19.767" v="1610" actId="14100"/>
          <ac:picMkLst>
            <pc:docMk/>
            <pc:sldMk cId="2132493775" sldId="262"/>
            <ac:picMk id="22" creationId="{334C847B-04CF-7FE1-CD19-FAB33B7F248C}"/>
          </ac:picMkLst>
        </pc:picChg>
        <pc:picChg chg="add mod">
          <ac:chgData name="승언 변" userId="70ac179f39b2a07c" providerId="LiveId" clId="{161563CB-1F21-48CF-A2EB-30458926A45E}" dt="2026-05-06T02:53:45.397" v="1623" actId="1035"/>
          <ac:picMkLst>
            <pc:docMk/>
            <pc:sldMk cId="2132493775" sldId="262"/>
            <ac:picMk id="24" creationId="{4E90C115-F9A9-5026-BA6F-6797291D758C}"/>
          </ac:picMkLst>
        </pc:picChg>
      </pc:sldChg>
      <pc:sldChg chg="del modNotesTx">
        <pc:chgData name="승언 변" userId="70ac179f39b2a07c" providerId="LiveId" clId="{161563CB-1F21-48CF-A2EB-30458926A45E}" dt="2026-05-06T02:11:32.865" v="295" actId="47"/>
        <pc:sldMkLst>
          <pc:docMk/>
          <pc:sldMk cId="3360601989" sldId="262"/>
        </pc:sldMkLst>
      </pc:sldChg>
      <pc:sldChg chg="add del">
        <pc:chgData name="승언 변" userId="70ac179f39b2a07c" providerId="LiveId" clId="{161563CB-1F21-48CF-A2EB-30458926A45E}" dt="2026-05-06T02:46:12.320" v="746" actId="47"/>
        <pc:sldMkLst>
          <pc:docMk/>
          <pc:sldMk cId="84693809" sldId="263"/>
        </pc:sldMkLst>
      </pc:sldChg>
      <pc:sldChg chg="del modNotesTx">
        <pc:chgData name="승언 변" userId="70ac179f39b2a07c" providerId="LiveId" clId="{161563CB-1F21-48CF-A2EB-30458926A45E}" dt="2026-05-06T02:11:33.983" v="298" actId="47"/>
        <pc:sldMkLst>
          <pc:docMk/>
          <pc:sldMk cId="526407985" sldId="263"/>
        </pc:sldMkLst>
      </pc:sldChg>
      <pc:sldChg chg="addSp modSp add mod">
        <pc:chgData name="승언 변" userId="70ac179f39b2a07c" providerId="LiveId" clId="{161563CB-1F21-48CF-A2EB-30458926A45E}" dt="2026-05-06T03:40:31.143" v="3866" actId="20577"/>
        <pc:sldMkLst>
          <pc:docMk/>
          <pc:sldMk cId="3862426165" sldId="263"/>
        </pc:sldMkLst>
        <pc:spChg chg="mod">
          <ac:chgData name="승언 변" userId="70ac179f39b2a07c" providerId="LiveId" clId="{161563CB-1F21-48CF-A2EB-30458926A45E}" dt="2026-05-06T03:40:31.143" v="3866" actId="20577"/>
          <ac:spMkLst>
            <pc:docMk/>
            <pc:sldMk cId="3862426165" sldId="263"/>
            <ac:spMk id="3" creationId="{03BCD6BB-0084-E479-4EDB-70726CA267ED}"/>
          </ac:spMkLst>
        </pc:spChg>
        <pc:spChg chg="mod">
          <ac:chgData name="승언 변" userId="70ac179f39b2a07c" providerId="LiveId" clId="{161563CB-1F21-48CF-A2EB-30458926A45E}" dt="2026-05-06T03:10:06.493" v="1693" actId="20577"/>
          <ac:spMkLst>
            <pc:docMk/>
            <pc:sldMk cId="3862426165" sldId="263"/>
            <ac:spMk id="10" creationId="{D03557C4-6688-468A-E055-2D8A7BA1B98C}"/>
          </ac:spMkLst>
        </pc:spChg>
        <pc:spChg chg="mod">
          <ac:chgData name="승언 변" userId="70ac179f39b2a07c" providerId="LiveId" clId="{161563CB-1F21-48CF-A2EB-30458926A45E}" dt="2026-05-06T03:11:31.047" v="2205" actId="20577"/>
          <ac:spMkLst>
            <pc:docMk/>
            <pc:sldMk cId="3862426165" sldId="263"/>
            <ac:spMk id="13" creationId="{25D9443E-78B0-0DDB-E487-E9A75BA26E61}"/>
          </ac:spMkLst>
        </pc:spChg>
        <pc:picChg chg="add mod">
          <ac:chgData name="승언 변" userId="70ac179f39b2a07c" providerId="LiveId" clId="{161563CB-1F21-48CF-A2EB-30458926A45E}" dt="2026-05-06T03:11:51.430" v="2210" actId="1076"/>
          <ac:picMkLst>
            <pc:docMk/>
            <pc:sldMk cId="3862426165" sldId="263"/>
            <ac:picMk id="6" creationId="{9B370E09-8AA5-C664-6B56-3B9A01BF756E}"/>
          </ac:picMkLst>
        </pc:picChg>
        <pc:picChg chg="add mod">
          <ac:chgData name="승언 변" userId="70ac179f39b2a07c" providerId="LiveId" clId="{161563CB-1F21-48CF-A2EB-30458926A45E}" dt="2026-05-06T03:12:17.791" v="2217" actId="1036"/>
          <ac:picMkLst>
            <pc:docMk/>
            <pc:sldMk cId="3862426165" sldId="263"/>
            <ac:picMk id="9" creationId="{EA9F65CA-4F78-A8E4-DFA4-C7463EAD02CA}"/>
          </ac:picMkLst>
        </pc:picChg>
        <pc:picChg chg="mod ord">
          <ac:chgData name="승언 변" userId="70ac179f39b2a07c" providerId="LiveId" clId="{161563CB-1F21-48CF-A2EB-30458926A45E}" dt="2026-05-06T03:12:41.189" v="2228" actId="1036"/>
          <ac:picMkLst>
            <pc:docMk/>
            <pc:sldMk cId="3862426165" sldId="263"/>
            <ac:picMk id="16" creationId="{6DD46E68-CF90-9578-7CF3-9791AF43197E}"/>
          </ac:picMkLst>
        </pc:picChg>
      </pc:sldChg>
      <pc:sldChg chg="del modNotesTx">
        <pc:chgData name="승언 변" userId="70ac179f39b2a07c" providerId="LiveId" clId="{161563CB-1F21-48CF-A2EB-30458926A45E}" dt="2026-05-06T02:11:32.423" v="294" actId="47"/>
        <pc:sldMkLst>
          <pc:docMk/>
          <pc:sldMk cId="722319691" sldId="264"/>
        </pc:sldMkLst>
      </pc:sldChg>
      <pc:sldChg chg="addSp modSp add mod">
        <pc:chgData name="승언 변" userId="70ac179f39b2a07c" providerId="LiveId" clId="{161563CB-1F21-48CF-A2EB-30458926A45E}" dt="2026-05-06T03:40:36.393" v="3868" actId="20577"/>
        <pc:sldMkLst>
          <pc:docMk/>
          <pc:sldMk cId="2311337619" sldId="264"/>
        </pc:sldMkLst>
        <pc:spChg chg="mod">
          <ac:chgData name="승언 변" userId="70ac179f39b2a07c" providerId="LiveId" clId="{161563CB-1F21-48CF-A2EB-30458926A45E}" dt="2026-05-06T03:40:36.393" v="3868" actId="20577"/>
          <ac:spMkLst>
            <pc:docMk/>
            <pc:sldMk cId="2311337619" sldId="264"/>
            <ac:spMk id="3" creationId="{31C43517-CD20-FA11-47F5-441A3522B84E}"/>
          </ac:spMkLst>
        </pc:spChg>
        <pc:spChg chg="mod">
          <ac:chgData name="승언 변" userId="70ac179f39b2a07c" providerId="LiveId" clId="{161563CB-1F21-48CF-A2EB-30458926A45E}" dt="2026-05-06T03:15:07.940" v="2722" actId="207"/>
          <ac:spMkLst>
            <pc:docMk/>
            <pc:sldMk cId="2311337619" sldId="264"/>
            <ac:spMk id="10" creationId="{31977FCC-5515-64D8-02E7-2355A2B0EA0D}"/>
          </ac:spMkLst>
        </pc:spChg>
        <pc:spChg chg="mod">
          <ac:chgData name="승언 변" userId="70ac179f39b2a07c" providerId="LiveId" clId="{161563CB-1F21-48CF-A2EB-30458926A45E}" dt="2026-05-06T03:14:20.371" v="2693" actId="20577"/>
          <ac:spMkLst>
            <pc:docMk/>
            <pc:sldMk cId="2311337619" sldId="264"/>
            <ac:spMk id="13" creationId="{A582462D-24C8-0347-3238-35F8C09F6422}"/>
          </ac:spMkLst>
        </pc:spChg>
        <pc:picChg chg="add mod">
          <ac:chgData name="승언 변" userId="70ac179f39b2a07c" providerId="LiveId" clId="{161563CB-1F21-48CF-A2EB-30458926A45E}" dt="2026-05-06T03:14:34.618" v="2697" actId="14100"/>
          <ac:picMkLst>
            <pc:docMk/>
            <pc:sldMk cId="2311337619" sldId="264"/>
            <ac:picMk id="6" creationId="{49CC2948-1E99-7441-9D66-7D727F81BC1C}"/>
          </ac:picMkLst>
        </pc:picChg>
        <pc:picChg chg="add mod">
          <ac:chgData name="승언 변" userId="70ac179f39b2a07c" providerId="LiveId" clId="{161563CB-1F21-48CF-A2EB-30458926A45E}" dt="2026-05-06T03:14:56.671" v="2715" actId="1035"/>
          <ac:picMkLst>
            <pc:docMk/>
            <pc:sldMk cId="2311337619" sldId="264"/>
            <ac:picMk id="9" creationId="{D7C9D1DB-1FEA-B366-6910-5CB2CF3ADAE9}"/>
          </ac:picMkLst>
        </pc:picChg>
        <pc:picChg chg="mod ord">
          <ac:chgData name="승언 변" userId="70ac179f39b2a07c" providerId="LiveId" clId="{161563CB-1F21-48CF-A2EB-30458926A45E}" dt="2026-05-06T03:15:01.846" v="2721" actId="1036"/>
          <ac:picMkLst>
            <pc:docMk/>
            <pc:sldMk cId="2311337619" sldId="264"/>
            <ac:picMk id="16" creationId="{CB1BB177-40D6-B0F3-2383-BCEECC59E8CE}"/>
          </ac:picMkLst>
        </pc:picChg>
      </pc:sldChg>
      <pc:sldChg chg="addSp delSp modSp new mod">
        <pc:chgData name="승언 변" userId="70ac179f39b2a07c" providerId="LiveId" clId="{161563CB-1F21-48CF-A2EB-30458926A45E}" dt="2026-05-06T03:19:17.503" v="2742" actId="21"/>
        <pc:sldMkLst>
          <pc:docMk/>
          <pc:sldMk cId="99751430" sldId="265"/>
        </pc:sldMkLst>
        <pc:picChg chg="add mod">
          <ac:chgData name="승언 변" userId="70ac179f39b2a07c" providerId="LiveId" clId="{161563CB-1F21-48CF-A2EB-30458926A45E}" dt="2026-05-06T03:16:26.055" v="2739" actId="1038"/>
          <ac:picMkLst>
            <pc:docMk/>
            <pc:sldMk cId="99751430" sldId="265"/>
            <ac:picMk id="3" creationId="{4A6B898F-9BA7-2033-BB9F-7C9D4E13F0AB}"/>
          </ac:picMkLst>
        </pc:picChg>
        <pc:picChg chg="add mod">
          <ac:chgData name="승언 변" userId="70ac179f39b2a07c" providerId="LiveId" clId="{161563CB-1F21-48CF-A2EB-30458926A45E}" dt="2026-05-06T03:16:27.007" v="2740" actId="1037"/>
          <ac:picMkLst>
            <pc:docMk/>
            <pc:sldMk cId="99751430" sldId="265"/>
            <ac:picMk id="5" creationId="{3E907498-5E85-536B-18EE-651E0E31A177}"/>
          </ac:picMkLst>
        </pc:picChg>
        <pc:picChg chg="add del">
          <ac:chgData name="승언 변" userId="70ac179f39b2a07c" providerId="LiveId" clId="{161563CB-1F21-48CF-A2EB-30458926A45E}" dt="2026-05-06T03:19:17.503" v="2742" actId="21"/>
          <ac:picMkLst>
            <pc:docMk/>
            <pc:sldMk cId="99751430" sldId="265"/>
            <ac:picMk id="7" creationId="{CC1FD699-6418-341E-7242-7EB8009A417C}"/>
          </ac:picMkLst>
        </pc:picChg>
      </pc:sldChg>
      <pc:sldChg chg="del modNotesTx">
        <pc:chgData name="승언 변" userId="70ac179f39b2a07c" providerId="LiveId" clId="{161563CB-1F21-48CF-A2EB-30458926A45E}" dt="2026-05-06T02:11:33.235" v="296" actId="47"/>
        <pc:sldMkLst>
          <pc:docMk/>
          <pc:sldMk cId="1172562724" sldId="265"/>
        </pc:sldMkLst>
      </pc:sldChg>
      <pc:sldChg chg="new del">
        <pc:chgData name="승언 변" userId="70ac179f39b2a07c" providerId="LiveId" clId="{161563CB-1F21-48CF-A2EB-30458926A45E}" dt="2026-05-06T03:09:37.507" v="1649" actId="680"/>
        <pc:sldMkLst>
          <pc:docMk/>
          <pc:sldMk cId="1685641355" sldId="265"/>
        </pc:sldMkLst>
      </pc:sldChg>
      <pc:sldChg chg="new del">
        <pc:chgData name="승언 변" userId="70ac179f39b2a07c" providerId="LiveId" clId="{161563CB-1F21-48CF-A2EB-30458926A45E}" dt="2026-05-06T03:09:36.911" v="1648" actId="680"/>
        <pc:sldMkLst>
          <pc:docMk/>
          <pc:sldMk cId="550073767" sldId="266"/>
        </pc:sldMkLst>
      </pc:sldChg>
      <pc:sldChg chg="addSp modSp new mod">
        <pc:chgData name="승언 변" userId="70ac179f39b2a07c" providerId="LiveId" clId="{161563CB-1F21-48CF-A2EB-30458926A45E}" dt="2026-05-06T03:19:43.877" v="2746" actId="1076"/>
        <pc:sldMkLst>
          <pc:docMk/>
          <pc:sldMk cId="1674248647" sldId="266"/>
        </pc:sldMkLst>
        <pc:picChg chg="add mod">
          <ac:chgData name="승언 변" userId="70ac179f39b2a07c" providerId="LiveId" clId="{161563CB-1F21-48CF-A2EB-30458926A45E}" dt="2026-05-06T03:19:43.877" v="2746" actId="1076"/>
          <ac:picMkLst>
            <pc:docMk/>
            <pc:sldMk cId="1674248647" sldId="266"/>
            <ac:picMk id="3" creationId="{868787E1-A1C9-566E-7FC6-A95198F8305A}"/>
          </ac:picMkLst>
        </pc:picChg>
      </pc:sldChg>
      <pc:sldChg chg="del modNotesTx">
        <pc:chgData name="승언 변" userId="70ac179f39b2a07c" providerId="LiveId" clId="{161563CB-1F21-48CF-A2EB-30458926A45E}" dt="2026-05-06T02:11:33.607" v="297" actId="47"/>
        <pc:sldMkLst>
          <pc:docMk/>
          <pc:sldMk cId="190792465" sldId="267"/>
        </pc:sldMkLst>
      </pc:sldChg>
      <pc:sldChg chg="addSp delSp modSp add mod">
        <pc:chgData name="승언 변" userId="70ac179f39b2a07c" providerId="LiveId" clId="{161563CB-1F21-48CF-A2EB-30458926A45E}" dt="2026-05-06T03:52:47.205" v="3972" actId="20577"/>
        <pc:sldMkLst>
          <pc:docMk/>
          <pc:sldMk cId="2918644964" sldId="267"/>
        </pc:sldMkLst>
        <pc:spChg chg="mod">
          <ac:chgData name="승언 변" userId="70ac179f39b2a07c" providerId="LiveId" clId="{161563CB-1F21-48CF-A2EB-30458926A45E}" dt="2026-05-06T03:49:34.691" v="3882" actId="20577"/>
          <ac:spMkLst>
            <pc:docMk/>
            <pc:sldMk cId="2918644964" sldId="267"/>
            <ac:spMk id="3" creationId="{F96D0117-5BB0-D057-0CB3-D7D10FCAF1C1}"/>
          </ac:spMkLst>
        </pc:spChg>
        <pc:spChg chg="mod">
          <ac:chgData name="승언 변" userId="70ac179f39b2a07c" providerId="LiveId" clId="{161563CB-1F21-48CF-A2EB-30458926A45E}" dt="2026-05-06T03:52:47.205" v="3972" actId="20577"/>
          <ac:spMkLst>
            <pc:docMk/>
            <pc:sldMk cId="2918644964" sldId="267"/>
            <ac:spMk id="4" creationId="{11A6C4E3-3E4F-1325-0DE1-C7DB51220ED7}"/>
          </ac:spMkLst>
        </pc:spChg>
        <pc:spChg chg="mod">
          <ac:chgData name="승언 변" userId="70ac179f39b2a07c" providerId="LiveId" clId="{161563CB-1F21-48CF-A2EB-30458926A45E}" dt="2026-05-06T03:30:03.180" v="2859" actId="1076"/>
          <ac:spMkLst>
            <pc:docMk/>
            <pc:sldMk cId="2918644964" sldId="267"/>
            <ac:spMk id="10" creationId="{9DA55598-338B-A92C-0D5A-908328323831}"/>
          </ac:spMkLst>
        </pc:spChg>
        <pc:spChg chg="mod">
          <ac:chgData name="승언 변" userId="70ac179f39b2a07c" providerId="LiveId" clId="{161563CB-1F21-48CF-A2EB-30458926A45E}" dt="2026-05-06T03:40:09.471" v="3860" actId="1076"/>
          <ac:spMkLst>
            <pc:docMk/>
            <pc:sldMk cId="2918644964" sldId="267"/>
            <ac:spMk id="13" creationId="{77F97FED-A191-0806-36DB-FF261DF3C286}"/>
          </ac:spMkLst>
        </pc:spChg>
        <pc:picChg chg="del">
          <ac:chgData name="승언 변" userId="70ac179f39b2a07c" providerId="LiveId" clId="{161563CB-1F21-48CF-A2EB-30458926A45E}" dt="2026-05-06T03:30:12.797" v="2869" actId="478"/>
          <ac:picMkLst>
            <pc:docMk/>
            <pc:sldMk cId="2918644964" sldId="267"/>
            <ac:picMk id="6" creationId="{B6486CBD-9DBC-E977-09A0-2E85BC7EC64F}"/>
          </ac:picMkLst>
        </pc:picChg>
        <pc:picChg chg="add mod">
          <ac:chgData name="승언 변" userId="70ac179f39b2a07c" providerId="LiveId" clId="{161563CB-1F21-48CF-A2EB-30458926A45E}" dt="2026-05-06T03:30:43.293" v="2879" actId="1035"/>
          <ac:picMkLst>
            <pc:docMk/>
            <pc:sldMk cId="2918644964" sldId="267"/>
            <ac:picMk id="8" creationId="{448A2356-7B0C-EFC8-FA6E-AC6B292F3E0F}"/>
          </ac:picMkLst>
        </pc:picChg>
        <pc:picChg chg="del">
          <ac:chgData name="승언 변" userId="70ac179f39b2a07c" providerId="LiveId" clId="{161563CB-1F21-48CF-A2EB-30458926A45E}" dt="2026-05-06T03:30:13.368" v="2870" actId="478"/>
          <ac:picMkLst>
            <pc:docMk/>
            <pc:sldMk cId="2918644964" sldId="267"/>
            <ac:picMk id="9" creationId="{B19EF5D4-578E-8804-A5B3-4714FC703E2D}"/>
          </ac:picMkLst>
        </pc:picChg>
        <pc:picChg chg="del">
          <ac:chgData name="승언 변" userId="70ac179f39b2a07c" providerId="LiveId" clId="{161563CB-1F21-48CF-A2EB-30458926A45E}" dt="2026-05-06T03:30:16.632" v="2871" actId="478"/>
          <ac:picMkLst>
            <pc:docMk/>
            <pc:sldMk cId="2918644964" sldId="267"/>
            <ac:picMk id="16" creationId="{9FD50B02-EF09-7FFC-E0F4-D924BE7E5E7F}"/>
          </ac:picMkLst>
        </pc:picChg>
        <pc:picChg chg="add mod">
          <ac:chgData name="승언 변" userId="70ac179f39b2a07c" providerId="LiveId" clId="{161563CB-1F21-48CF-A2EB-30458926A45E}" dt="2026-05-06T03:31:25.937" v="2890" actId="1076"/>
          <ac:picMkLst>
            <pc:docMk/>
            <pc:sldMk cId="2918644964" sldId="267"/>
            <ac:picMk id="18" creationId="{E77310EC-749B-79A2-231C-6ECD84ADBBB8}"/>
          </ac:picMkLst>
        </pc:picChg>
        <pc:picChg chg="add mod">
          <ac:chgData name="승언 변" userId="70ac179f39b2a07c" providerId="LiveId" clId="{161563CB-1F21-48CF-A2EB-30458926A45E}" dt="2026-05-06T03:31:37.539" v="2898" actId="1036"/>
          <ac:picMkLst>
            <pc:docMk/>
            <pc:sldMk cId="2918644964" sldId="267"/>
            <ac:picMk id="20" creationId="{3B794F55-C68D-0BF3-599F-52FD1DF33E19}"/>
          </ac:picMkLst>
        </pc:picChg>
        <pc:picChg chg="add mod">
          <ac:chgData name="승언 변" userId="70ac179f39b2a07c" providerId="LiveId" clId="{161563CB-1F21-48CF-A2EB-30458926A45E}" dt="2026-05-06T03:31:57.793" v="2906" actId="1037"/>
          <ac:picMkLst>
            <pc:docMk/>
            <pc:sldMk cId="2918644964" sldId="267"/>
            <ac:picMk id="22" creationId="{2F9F36B9-1EFA-4593-C0EE-762BC901A0B0}"/>
          </ac:picMkLst>
        </pc:picChg>
      </pc:sldChg>
      <pc:sldChg chg="new del">
        <pc:chgData name="승언 변" userId="70ac179f39b2a07c" providerId="LiveId" clId="{161563CB-1F21-48CF-A2EB-30458926A45E}" dt="2026-05-06T03:09:36.702" v="1647" actId="680"/>
        <pc:sldMkLst>
          <pc:docMk/>
          <pc:sldMk cId="3380957508" sldId="267"/>
        </pc:sldMkLst>
      </pc:sldChg>
      <pc:sldChg chg="del">
        <pc:chgData name="승언 변" userId="70ac179f39b2a07c" providerId="LiveId" clId="{161563CB-1F21-48CF-A2EB-30458926A45E}" dt="2026-05-06T02:11:34.715" v="299" actId="47"/>
        <pc:sldMkLst>
          <pc:docMk/>
          <pc:sldMk cId="1236493112" sldId="268"/>
        </pc:sldMkLst>
      </pc:sldChg>
      <pc:sldChg chg="addSp modSp new mod">
        <pc:chgData name="승언 변" userId="70ac179f39b2a07c" providerId="LiveId" clId="{161563CB-1F21-48CF-A2EB-30458926A45E}" dt="2026-05-06T03:41:12.908" v="3873" actId="1076"/>
        <pc:sldMkLst>
          <pc:docMk/>
          <pc:sldMk cId="1400257310" sldId="268"/>
        </pc:sldMkLst>
        <pc:picChg chg="add mod">
          <ac:chgData name="승언 변" userId="70ac179f39b2a07c" providerId="LiveId" clId="{161563CB-1F21-48CF-A2EB-30458926A45E}" dt="2026-05-06T03:41:12.908" v="3873" actId="1076"/>
          <ac:picMkLst>
            <pc:docMk/>
            <pc:sldMk cId="1400257310" sldId="268"/>
            <ac:picMk id="3" creationId="{50EE81ED-7F63-0101-4A02-B7723B23C5BB}"/>
          </ac:picMkLst>
        </pc:picChg>
      </pc:sldChg>
      <pc:sldChg chg="new del">
        <pc:chgData name="승언 변" userId="70ac179f39b2a07c" providerId="LiveId" clId="{161563CB-1F21-48CF-A2EB-30458926A45E}" dt="2026-05-06T03:09:36.498" v="1646" actId="680"/>
        <pc:sldMkLst>
          <pc:docMk/>
          <pc:sldMk cId="2255009608" sldId="268"/>
        </pc:sldMkLst>
      </pc:sldChg>
      <pc:sldChg chg="new del">
        <pc:chgData name="승언 변" userId="70ac179f39b2a07c" providerId="LiveId" clId="{161563CB-1F21-48CF-A2EB-30458926A45E}" dt="2026-05-06T03:49:17.743" v="3875" actId="2696"/>
        <pc:sldMkLst>
          <pc:docMk/>
          <pc:sldMk cId="2322715136" sldId="269"/>
        </pc:sldMkLst>
      </pc:sldChg>
      <pc:sldChg chg="new del">
        <pc:chgData name="승언 변" userId="70ac179f39b2a07c" providerId="LiveId" clId="{161563CB-1F21-48CF-A2EB-30458926A45E}" dt="2026-05-06T03:09:36.295" v="1645" actId="680"/>
        <pc:sldMkLst>
          <pc:docMk/>
          <pc:sldMk cId="2519326728" sldId="269"/>
        </pc:sldMkLst>
      </pc:sldChg>
      <pc:sldChg chg="addSp delSp modSp add mod">
        <pc:chgData name="승언 변" userId="70ac179f39b2a07c" providerId="LiveId" clId="{161563CB-1F21-48CF-A2EB-30458926A45E}" dt="2026-05-06T04:08:06.937" v="4942" actId="1076"/>
        <pc:sldMkLst>
          <pc:docMk/>
          <pc:sldMk cId="2681735972" sldId="269"/>
        </pc:sldMkLst>
        <pc:spChg chg="mod">
          <ac:chgData name="승언 변" userId="70ac179f39b2a07c" providerId="LiveId" clId="{161563CB-1F21-48CF-A2EB-30458926A45E}" dt="2026-05-06T03:53:02.980" v="3978" actId="20577"/>
          <ac:spMkLst>
            <pc:docMk/>
            <pc:sldMk cId="2681735972" sldId="269"/>
            <ac:spMk id="3" creationId="{77D8FC84-E0DD-0A6B-931F-1CBBC0E4687C}"/>
          </ac:spMkLst>
        </pc:spChg>
        <pc:spChg chg="mod">
          <ac:chgData name="승언 변" userId="70ac179f39b2a07c" providerId="LiveId" clId="{161563CB-1F21-48CF-A2EB-30458926A45E}" dt="2026-05-06T03:53:32.425" v="4123" actId="20577"/>
          <ac:spMkLst>
            <pc:docMk/>
            <pc:sldMk cId="2681735972" sldId="269"/>
            <ac:spMk id="4" creationId="{F8AE55B8-DDA5-DFA9-C457-E7C9111DA663}"/>
          </ac:spMkLst>
        </pc:spChg>
        <pc:spChg chg="mod">
          <ac:chgData name="승언 변" userId="70ac179f39b2a07c" providerId="LiveId" clId="{161563CB-1F21-48CF-A2EB-30458926A45E}" dt="2026-05-06T03:54:17.716" v="4176" actId="207"/>
          <ac:spMkLst>
            <pc:docMk/>
            <pc:sldMk cId="2681735972" sldId="269"/>
            <ac:spMk id="10" creationId="{56D9ED4E-A98C-F714-224B-5715C4B25C17}"/>
          </ac:spMkLst>
        </pc:spChg>
        <pc:spChg chg="mod">
          <ac:chgData name="승언 변" userId="70ac179f39b2a07c" providerId="LiveId" clId="{161563CB-1F21-48CF-A2EB-30458926A45E}" dt="2026-05-06T04:08:06.937" v="4942" actId="1076"/>
          <ac:spMkLst>
            <pc:docMk/>
            <pc:sldMk cId="2681735972" sldId="269"/>
            <ac:spMk id="13" creationId="{99BCA813-83AF-DFF5-FDF8-385AE573B6FA}"/>
          </ac:spMkLst>
        </pc:spChg>
        <pc:picChg chg="add mod">
          <ac:chgData name="승언 변" userId="70ac179f39b2a07c" providerId="LiveId" clId="{161563CB-1F21-48CF-A2EB-30458926A45E}" dt="2026-05-06T03:58:24.496" v="4534" actId="1035"/>
          <ac:picMkLst>
            <pc:docMk/>
            <pc:sldMk cId="2681735972" sldId="269"/>
            <ac:picMk id="6" creationId="{351BEC31-2375-9E16-E144-35EFE75353CD}"/>
          </ac:picMkLst>
        </pc:picChg>
        <pc:picChg chg="del">
          <ac:chgData name="승언 변" userId="70ac179f39b2a07c" providerId="LiveId" clId="{161563CB-1F21-48CF-A2EB-30458926A45E}" dt="2026-05-06T03:57:30.657" v="4513" actId="478"/>
          <ac:picMkLst>
            <pc:docMk/>
            <pc:sldMk cId="2681735972" sldId="269"/>
            <ac:picMk id="8" creationId="{F443EE41-4118-B20F-7B90-1C494BBA98DC}"/>
          </ac:picMkLst>
        </pc:picChg>
        <pc:picChg chg="del">
          <ac:chgData name="승언 변" userId="70ac179f39b2a07c" providerId="LiveId" clId="{161563CB-1F21-48CF-A2EB-30458926A45E}" dt="2026-05-06T03:57:33.176" v="4517" actId="478"/>
          <ac:picMkLst>
            <pc:docMk/>
            <pc:sldMk cId="2681735972" sldId="269"/>
            <ac:picMk id="12" creationId="{97110071-4121-EEF3-7B8F-56999398EA1F}"/>
          </ac:picMkLst>
        </pc:picChg>
        <pc:picChg chg="add mod">
          <ac:chgData name="승언 변" userId="70ac179f39b2a07c" providerId="LiveId" clId="{161563CB-1F21-48CF-A2EB-30458926A45E}" dt="2026-05-06T03:58:30.365" v="4536" actId="1076"/>
          <ac:picMkLst>
            <pc:docMk/>
            <pc:sldMk cId="2681735972" sldId="269"/>
            <ac:picMk id="15" creationId="{587F3458-A3F6-9CEE-CA90-8676B2D6AA80}"/>
          </ac:picMkLst>
        </pc:picChg>
        <pc:picChg chg="del">
          <ac:chgData name="승언 변" userId="70ac179f39b2a07c" providerId="LiveId" clId="{161563CB-1F21-48CF-A2EB-30458926A45E}" dt="2026-05-06T03:57:32.346" v="4516" actId="478"/>
          <ac:picMkLst>
            <pc:docMk/>
            <pc:sldMk cId="2681735972" sldId="269"/>
            <ac:picMk id="18" creationId="{3ADFAE79-A94A-8E03-1CEF-857DD76335F4}"/>
          </ac:picMkLst>
        </pc:picChg>
        <pc:picChg chg="add mod">
          <ac:chgData name="승언 변" userId="70ac179f39b2a07c" providerId="LiveId" clId="{161563CB-1F21-48CF-A2EB-30458926A45E}" dt="2026-05-06T03:59:19.169" v="4543" actId="1076"/>
          <ac:picMkLst>
            <pc:docMk/>
            <pc:sldMk cId="2681735972" sldId="269"/>
            <ac:picMk id="19" creationId="{B004B9AB-7BBE-E6DA-0748-0EE8D7BCC917}"/>
          </ac:picMkLst>
        </pc:picChg>
        <pc:picChg chg="del">
          <ac:chgData name="승언 변" userId="70ac179f39b2a07c" providerId="LiveId" clId="{161563CB-1F21-48CF-A2EB-30458926A45E}" dt="2026-05-06T03:57:31.239" v="4514" actId="478"/>
          <ac:picMkLst>
            <pc:docMk/>
            <pc:sldMk cId="2681735972" sldId="269"/>
            <ac:picMk id="20" creationId="{6DE72E5D-C085-41EA-50FC-988220CCF28C}"/>
          </ac:picMkLst>
        </pc:picChg>
        <pc:picChg chg="del">
          <ac:chgData name="승언 변" userId="70ac179f39b2a07c" providerId="LiveId" clId="{161563CB-1F21-48CF-A2EB-30458926A45E}" dt="2026-05-06T03:57:31.783" v="4515" actId="478"/>
          <ac:picMkLst>
            <pc:docMk/>
            <pc:sldMk cId="2681735972" sldId="269"/>
            <ac:picMk id="22" creationId="{68D5E77F-3703-548F-3554-06D85D6DD2C4}"/>
          </ac:picMkLst>
        </pc:picChg>
        <pc:picChg chg="add mod">
          <ac:chgData name="승언 변" userId="70ac179f39b2a07c" providerId="LiveId" clId="{161563CB-1F21-48CF-A2EB-30458926A45E}" dt="2026-05-06T03:59:36.900" v="4548" actId="1076"/>
          <ac:picMkLst>
            <pc:docMk/>
            <pc:sldMk cId="2681735972" sldId="269"/>
            <ac:picMk id="23" creationId="{7128183E-F0F3-3478-8243-0A3396780639}"/>
          </ac:picMkLst>
        </pc:picChg>
      </pc:sldChg>
      <pc:sldChg chg="new del">
        <pc:chgData name="승언 변" userId="70ac179f39b2a07c" providerId="LiveId" clId="{161563CB-1F21-48CF-A2EB-30458926A45E}" dt="2026-05-06T03:49:21.713" v="3877" actId="680"/>
        <pc:sldMkLst>
          <pc:docMk/>
          <pc:sldMk cId="4143075700" sldId="269"/>
        </pc:sldMkLst>
      </pc:sldChg>
      <pc:sldChg chg="new del">
        <pc:chgData name="승언 변" userId="70ac179f39b2a07c" providerId="LiveId" clId="{161563CB-1F21-48CF-A2EB-30458926A45E}" dt="2026-05-06T04:08:13.486" v="4944" actId="2696"/>
        <pc:sldMkLst>
          <pc:docMk/>
          <pc:sldMk cId="2056256791" sldId="270"/>
        </pc:sldMkLst>
      </pc:sldChg>
      <pc:sldChg chg="addSp delSp modSp add mod">
        <pc:chgData name="승언 변" userId="70ac179f39b2a07c" providerId="LiveId" clId="{161563CB-1F21-48CF-A2EB-30458926A45E}" dt="2026-05-06T04:21:38.726" v="5726" actId="1076"/>
        <pc:sldMkLst>
          <pc:docMk/>
          <pc:sldMk cId="2408228803" sldId="270"/>
        </pc:sldMkLst>
        <pc:spChg chg="mod">
          <ac:chgData name="승언 변" userId="70ac179f39b2a07c" providerId="LiveId" clId="{161563CB-1F21-48CF-A2EB-30458926A45E}" dt="2026-05-06T04:09:01.820" v="4974" actId="20577"/>
          <ac:spMkLst>
            <pc:docMk/>
            <pc:sldMk cId="2408228803" sldId="270"/>
            <ac:spMk id="3" creationId="{2B0BFB09-1B61-92E2-1DED-5F7E7D4A0A8A}"/>
          </ac:spMkLst>
        </pc:spChg>
        <pc:spChg chg="mod">
          <ac:chgData name="승언 변" userId="70ac179f39b2a07c" providerId="LiveId" clId="{161563CB-1F21-48CF-A2EB-30458926A45E}" dt="2026-05-06T04:09:07.130" v="4975" actId="1076"/>
          <ac:spMkLst>
            <pc:docMk/>
            <pc:sldMk cId="2408228803" sldId="270"/>
            <ac:spMk id="4" creationId="{235E4831-35AC-9ADD-5846-E94669788D11}"/>
          </ac:spMkLst>
        </pc:spChg>
        <pc:spChg chg="mod">
          <ac:chgData name="승언 변" userId="70ac179f39b2a07c" providerId="LiveId" clId="{161563CB-1F21-48CF-A2EB-30458926A45E}" dt="2026-05-06T04:08:53.244" v="4972" actId="20577"/>
          <ac:spMkLst>
            <pc:docMk/>
            <pc:sldMk cId="2408228803" sldId="270"/>
            <ac:spMk id="10" creationId="{4543C538-D44F-0FA4-114F-646470EE848C}"/>
          </ac:spMkLst>
        </pc:spChg>
        <pc:spChg chg="mod">
          <ac:chgData name="승언 변" userId="70ac179f39b2a07c" providerId="LiveId" clId="{161563CB-1F21-48CF-A2EB-30458926A45E}" dt="2026-05-06T04:17:57.676" v="5681" actId="255"/>
          <ac:spMkLst>
            <pc:docMk/>
            <pc:sldMk cId="2408228803" sldId="270"/>
            <ac:spMk id="13" creationId="{36C961E5-5388-40B8-54A8-45794E2C3473}"/>
          </ac:spMkLst>
        </pc:spChg>
        <pc:picChg chg="del">
          <ac:chgData name="승언 변" userId="70ac179f39b2a07c" providerId="LiveId" clId="{161563CB-1F21-48CF-A2EB-30458926A45E}" dt="2026-05-06T04:18:37.501" v="5687" actId="478"/>
          <ac:picMkLst>
            <pc:docMk/>
            <pc:sldMk cId="2408228803" sldId="270"/>
            <ac:picMk id="6" creationId="{1F1F5C16-333E-2070-B2D5-6A37A171A898}"/>
          </ac:picMkLst>
        </pc:picChg>
        <pc:picChg chg="add mod modCrop">
          <ac:chgData name="승언 변" userId="70ac179f39b2a07c" providerId="LiveId" clId="{161563CB-1F21-48CF-A2EB-30458926A45E}" dt="2026-05-06T04:18:35.106" v="5686" actId="18131"/>
          <ac:picMkLst>
            <pc:docMk/>
            <pc:sldMk cId="2408228803" sldId="270"/>
            <ac:picMk id="8" creationId="{77897A80-135E-9D74-5CD0-F43058548F77}"/>
          </ac:picMkLst>
        </pc:picChg>
        <pc:picChg chg="add mod modCrop">
          <ac:chgData name="승언 변" userId="70ac179f39b2a07c" providerId="LiveId" clId="{161563CB-1F21-48CF-A2EB-30458926A45E}" dt="2026-05-06T04:20:20.442" v="5701" actId="1076"/>
          <ac:picMkLst>
            <pc:docMk/>
            <pc:sldMk cId="2408228803" sldId="270"/>
            <ac:picMk id="12" creationId="{5193E888-0A41-8543-5920-1F31AFC65CFE}"/>
          </ac:picMkLst>
        </pc:picChg>
        <pc:picChg chg="del mod">
          <ac:chgData name="승언 변" userId="70ac179f39b2a07c" providerId="LiveId" clId="{161563CB-1F21-48CF-A2EB-30458926A45E}" dt="2026-05-06T04:18:42.971" v="5690" actId="478"/>
          <ac:picMkLst>
            <pc:docMk/>
            <pc:sldMk cId="2408228803" sldId="270"/>
            <ac:picMk id="15" creationId="{ADAF6989-79EA-AEE9-7AFB-515F3E82DC40}"/>
          </ac:picMkLst>
        </pc:picChg>
        <pc:picChg chg="add mod modCrop">
          <ac:chgData name="승언 변" userId="70ac179f39b2a07c" providerId="LiveId" clId="{161563CB-1F21-48CF-A2EB-30458926A45E}" dt="2026-05-06T04:21:32.304" v="5725" actId="1076"/>
          <ac:picMkLst>
            <pc:docMk/>
            <pc:sldMk cId="2408228803" sldId="270"/>
            <ac:picMk id="18" creationId="{C1EDFE7B-58E1-F85F-9EA3-05F921DA8D68}"/>
          </ac:picMkLst>
        </pc:picChg>
        <pc:picChg chg="del">
          <ac:chgData name="승언 변" userId="70ac179f39b2a07c" providerId="LiveId" clId="{161563CB-1F21-48CF-A2EB-30458926A45E}" dt="2026-05-06T04:18:39.748" v="5688" actId="478"/>
          <ac:picMkLst>
            <pc:docMk/>
            <pc:sldMk cId="2408228803" sldId="270"/>
            <ac:picMk id="19" creationId="{EF4B0427-80C0-BA0E-3508-99738CC6FAEB}"/>
          </ac:picMkLst>
        </pc:picChg>
        <pc:picChg chg="add mod">
          <ac:chgData name="승언 변" userId="70ac179f39b2a07c" providerId="LiveId" clId="{161563CB-1F21-48CF-A2EB-30458926A45E}" dt="2026-05-06T04:21:28.963" v="5724" actId="1076"/>
          <ac:picMkLst>
            <pc:docMk/>
            <pc:sldMk cId="2408228803" sldId="270"/>
            <ac:picMk id="21" creationId="{3CF20946-B47C-96CB-FE64-B51BE80E4C8F}"/>
          </ac:picMkLst>
        </pc:picChg>
        <pc:picChg chg="del">
          <ac:chgData name="승언 변" userId="70ac179f39b2a07c" providerId="LiveId" clId="{161563CB-1F21-48CF-A2EB-30458926A45E}" dt="2026-05-06T04:18:44.527" v="5691" actId="478"/>
          <ac:picMkLst>
            <pc:docMk/>
            <pc:sldMk cId="2408228803" sldId="270"/>
            <ac:picMk id="23" creationId="{7DD2FFB0-68D5-B329-0842-4E0D19DB488B}"/>
          </ac:picMkLst>
        </pc:picChg>
        <pc:picChg chg="add mod">
          <ac:chgData name="승언 변" userId="70ac179f39b2a07c" providerId="LiveId" clId="{161563CB-1F21-48CF-A2EB-30458926A45E}" dt="2026-05-06T04:21:38.726" v="5726" actId="1076"/>
          <ac:picMkLst>
            <pc:docMk/>
            <pc:sldMk cId="2408228803" sldId="270"/>
            <ac:picMk id="24" creationId="{74A0CF7B-A8BD-2101-DE98-99643A303CF0}"/>
          </ac:picMkLst>
        </pc:picChg>
      </pc:sldChg>
      <pc:sldChg chg="new del">
        <pc:chgData name="승언 변" userId="70ac179f39b2a07c" providerId="LiveId" clId="{161563CB-1F21-48CF-A2EB-30458926A45E}" dt="2026-05-06T03:09:36.103" v="1644" actId="680"/>
        <pc:sldMkLst>
          <pc:docMk/>
          <pc:sldMk cId="2424137771" sldId="270"/>
        </pc:sldMkLst>
      </pc:sldChg>
      <pc:sldChg chg="addSp modSp new mod ord">
        <pc:chgData name="승언 변" userId="70ac179f39b2a07c" providerId="LiveId" clId="{161563CB-1F21-48CF-A2EB-30458926A45E}" dt="2026-05-07T08:20:39.979" v="5738" actId="1076"/>
        <pc:sldMkLst>
          <pc:docMk/>
          <pc:sldMk cId="45475453" sldId="271"/>
        </pc:sldMkLst>
        <pc:picChg chg="add mod">
          <ac:chgData name="승언 변" userId="70ac179f39b2a07c" providerId="LiveId" clId="{161563CB-1F21-48CF-A2EB-30458926A45E}" dt="2026-05-07T08:20:39.979" v="5738" actId="1076"/>
          <ac:picMkLst>
            <pc:docMk/>
            <pc:sldMk cId="45475453" sldId="271"/>
            <ac:picMk id="3" creationId="{A4076E7C-CE91-68CF-B8A6-625355BE4FB5}"/>
          </ac:picMkLst>
        </pc:picChg>
        <pc:picChg chg="add mod">
          <ac:chgData name="승언 변" userId="70ac179f39b2a07c" providerId="LiveId" clId="{161563CB-1F21-48CF-A2EB-30458926A45E}" dt="2026-05-06T04:29:39.926" v="5734" actId="1076"/>
          <ac:picMkLst>
            <pc:docMk/>
            <pc:sldMk cId="45475453" sldId="271"/>
            <ac:picMk id="5" creationId="{A8D75F94-210B-53C6-4B3E-140B1C41034F}"/>
          </ac:picMkLst>
        </pc:picChg>
      </pc:sldChg>
      <pc:sldChg chg="new del">
        <pc:chgData name="승언 변" userId="70ac179f39b2a07c" providerId="LiveId" clId="{161563CB-1F21-48CF-A2EB-30458926A45E}" dt="2026-05-06T03:09:35.911" v="1643" actId="680"/>
        <pc:sldMkLst>
          <pc:docMk/>
          <pc:sldMk cId="2109626993" sldId="271"/>
        </pc:sldMkLst>
      </pc:sldChg>
      <pc:sldChg chg="new del">
        <pc:chgData name="승언 변" userId="70ac179f39b2a07c" providerId="LiveId" clId="{161563CB-1F21-48CF-A2EB-30458926A45E}" dt="2026-05-06T03:09:35.727" v="1642" actId="680"/>
        <pc:sldMkLst>
          <pc:docMk/>
          <pc:sldMk cId="788219786" sldId="272"/>
        </pc:sldMkLst>
      </pc:sldChg>
      <pc:sldChg chg="new del">
        <pc:chgData name="승언 변" userId="70ac179f39b2a07c" providerId="LiveId" clId="{161563CB-1F21-48CF-A2EB-30458926A45E}" dt="2026-05-06T03:09:35.557" v="1641" actId="680"/>
        <pc:sldMkLst>
          <pc:docMk/>
          <pc:sldMk cId="1793568572" sldId="273"/>
        </pc:sldMkLst>
      </pc:sldChg>
      <pc:sldChg chg="new del">
        <pc:chgData name="승언 변" userId="70ac179f39b2a07c" providerId="LiveId" clId="{161563CB-1F21-48CF-A2EB-30458926A45E}" dt="2026-05-06T03:09:35.389" v="1640" actId="680"/>
        <pc:sldMkLst>
          <pc:docMk/>
          <pc:sldMk cId="1983778766" sldId="274"/>
        </pc:sldMkLst>
      </pc:sldChg>
      <pc:sldChg chg="new del">
        <pc:chgData name="승언 변" userId="70ac179f39b2a07c" providerId="LiveId" clId="{161563CB-1F21-48CF-A2EB-30458926A45E}" dt="2026-05-06T03:09:35.211" v="1639" actId="680"/>
        <pc:sldMkLst>
          <pc:docMk/>
          <pc:sldMk cId="151320404" sldId="275"/>
        </pc:sldMkLst>
      </pc:sldChg>
      <pc:sldChg chg="new del">
        <pc:chgData name="승언 변" userId="70ac179f39b2a07c" providerId="LiveId" clId="{161563CB-1F21-48CF-A2EB-30458926A45E}" dt="2026-05-06T03:09:35.021" v="1638" actId="680"/>
        <pc:sldMkLst>
          <pc:docMk/>
          <pc:sldMk cId="421366952" sldId="276"/>
        </pc:sldMkLst>
      </pc:sldChg>
      <pc:sldChg chg="new del">
        <pc:chgData name="승언 변" userId="70ac179f39b2a07c" providerId="LiveId" clId="{161563CB-1F21-48CF-A2EB-30458926A45E}" dt="2026-05-06T03:09:34.798" v="1637" actId="680"/>
        <pc:sldMkLst>
          <pc:docMk/>
          <pc:sldMk cId="3009352205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15678-A922-448A-B4F8-24C24E165A0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50522-0633-42E2-993F-E4343B68E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31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8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786E-A951-A215-5978-9795D028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2C8398-29F4-7E63-5CDB-06B647B40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C37EF0-2521-25AE-F923-8D1020487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47625-0171-7992-4EB5-A8905B12D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77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E5E66-A5F0-3B44-F204-AD8D1EF2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91603-7FB0-9BC7-4294-93A9FD4CB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ED43C6-F46E-5D55-8119-7075E0805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D30140-09B0-52B1-2D16-8CE9C9989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794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6E8A-20F5-A4B4-F37A-2D19E7BA0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C7196B-7B59-EE28-C5EE-355C60A63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BA8525-869B-4A1E-4EE8-D6D9A4789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AD260-AA66-751F-7654-871D00D3D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689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FDBAC-09E3-3E02-976D-E23C6669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42DAD-F48C-0233-6C07-BDC85575A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FB9700-F792-B551-1769-70DA6170D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5BB3DC-7D59-7967-BAC8-9EBB3234E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299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238F-FFEA-6E1F-A92B-AFF66BBD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E9552B-BE5B-7A14-B6C7-40F271F14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C5C85B-3263-5D77-5F32-F47820967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38D490-B760-D042-ED3D-78EA6CE82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43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B0D1-12FD-76B1-399E-AED6AC03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ED422E-F27D-7850-A7DE-05E0B33DE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A87DA9-F02F-9FC1-50FA-7DD151808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413A44-86CA-BA7F-5297-DBA702489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08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3E77-5CD3-4FCF-2949-7DC73D88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FB7376-09E4-F21F-9E79-D4E4C1775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02C7BD-4695-9169-87F2-243E93412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C20FF-3FF3-74C8-DF93-BFE155164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387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40A3-B8D2-EFB5-6ECD-AD16E8D6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34E2F3-D150-B635-CB36-EC51794E2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C08621-805D-3CE5-01AA-0094685F0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48DAAC-D90B-C5A1-887B-0D8F30C11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72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5E46-EEB0-03CD-C51B-B9E3E547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5C758D-78FF-A10A-8BB2-E52E58311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2F2B28-27B9-AF92-5410-A6DDC4B94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2AAA3-1C4B-1073-9E13-8727616A6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539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0522-0633-42E2-993F-E4343B68E74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03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3C294-E585-081E-3009-896727B7F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535339-6DD9-13D3-7DEB-D9ABDAC90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E9351F-5C19-8D56-F807-64EF3CEB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9AFBC-55DB-4641-5460-17192CE7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B1FE4-E505-0EED-5EDD-2885784B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318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C1095-F25A-A9E1-D9D0-9D02B4D58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7B392-7F48-DE04-651D-897B21D47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0A45BB-F04A-D77B-FF10-13E062291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949A3-9FDA-D064-35DF-0D23480C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923546-4030-191D-E269-A52D30CD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42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44D86-DF2C-8624-2B34-BA9C2523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60777A-88C9-CDC9-C4C9-2C0339AB2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914C4-9D7E-9A03-5108-CD9FFE11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E643ED-9651-55C6-8D1E-9FFFBD89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C97373-E6DF-ACAC-C5A2-7A895129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97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4F9E1-F604-4198-C8A7-E34A9D33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D4D31-F032-4872-63E7-B881F0042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C13E62-6402-D731-9DC9-F3C7B18AE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D8350E-8489-E711-6D46-2EEC017E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7A0D98-7949-F173-901B-8409C552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A37D9D-40C5-197F-C6CB-FC67510B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7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47F94-5576-532B-125F-AC9A22B0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90955-4B96-5556-F994-467952673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441023-AA89-DB47-EE8E-44E2E31F1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31F98B-CBAE-BD02-34A5-9C111A591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9888FC-0939-15B0-7C32-1BB13ADCD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61F03B-D861-CB66-D9D2-4572A05F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863FEC-B713-558E-C228-FFAC354E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0BC1FA-5C3D-BBD1-87BD-725E8290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68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E8FEA-0143-D3C5-4E8B-94F9C92C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C53A92-D4F2-E8DA-9AD8-2342E4EB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62E395-617E-7139-520E-EF304C0FF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0DB115-650E-A372-3209-90CBDF56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98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439534-2FC0-E43B-14DE-87E05EDD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58A904-A139-1EC9-C357-EF7144A0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6070B-0F82-BBB6-CEFA-F8B60817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95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09F96-C5FE-088A-35F3-FC5EFAF3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812ECD-6C14-37DB-3DEC-BD51B8387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6481E3-1CAC-26E1-7C34-29C215361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AC6439-369D-309F-C5B3-6437DA22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BDF2B3-E351-9598-C3AD-E5CD9C59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C417BA-975D-BA69-41EB-E3362CD3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38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7121-1CD8-852C-3159-9ED00771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75BBA8-13D5-AF78-2B4E-1E2266484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541181-2D85-C823-EF7F-0B285A7DE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9641AB-94B2-5E63-9E26-32F32A09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95F23E-81D9-5285-4311-C3F91BBC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C195A0-2D8F-78CA-A6BB-66AAFF02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30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3CCF3-5D73-290E-4D4B-26AB24BF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F3AE3F-1361-D702-1B12-AF0770F84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A633E-A807-6465-ABA7-57306784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23C64-5A72-1847-517D-347FCA19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D4A99-A96F-DE03-F4F9-92C5AA15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18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ED0379-AE4E-B5AC-6239-6D0D5FA06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C8A377-7345-E3D1-8984-98B1D0163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C1879-4E9C-0F88-2260-ADCFFA68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A819A-9F0F-6F58-38AE-369825AE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C9C20-4077-88E7-2042-CD99D648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03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E88302-8442-CDE6-D91E-E9186507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FF982B-06A5-A577-379A-D36A215A1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7A28C8-FEFB-9731-FAAB-9166C9E7C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D68D5-FF15-4ABE-A3EE-0D1149D87375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2D73AD-20F7-F63F-F741-0AD2ACEB6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907A1-E188-2401-8C38-EDE9B2088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8AD69-841A-4173-9AE4-17857EC9CA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382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st0Groom/university/tree/main/opencv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2.pn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EDAB256-2A8A-BEAB-4E54-4A08BBBC16A3}"/>
              </a:ext>
            </a:extLst>
          </p:cNvPr>
          <p:cNvSpPr txBox="1"/>
          <p:nvPr/>
        </p:nvSpPr>
        <p:spPr>
          <a:xfrm>
            <a:off x="729299" y="2036172"/>
            <a:ext cx="19576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실험 환경 및 </a:t>
            </a:r>
            <a:r>
              <a:rPr lang="ko-KR" altLang="en-US" sz="2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소스코드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2200CE-20CE-D7DE-5059-B7D00739DFBE}"/>
              </a:ext>
            </a:extLst>
          </p:cNvPr>
          <p:cNvSpPr/>
          <p:nvPr/>
        </p:nvSpPr>
        <p:spPr>
          <a:xfrm>
            <a:off x="786289" y="3397059"/>
            <a:ext cx="900000" cy="36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BFC2A-9469-94B8-6A92-32240AE7994D}"/>
              </a:ext>
            </a:extLst>
          </p:cNvPr>
          <p:cNvSpPr txBox="1"/>
          <p:nvPr/>
        </p:nvSpPr>
        <p:spPr>
          <a:xfrm>
            <a:off x="786289" y="3753464"/>
            <a:ext cx="5656714" cy="253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운영체제 </a:t>
            </a:r>
            <a:r>
              <a:rPr lang="en-US" altLang="ko-KR" dirty="0"/>
              <a:t>(OS): </a:t>
            </a:r>
            <a:r>
              <a:rPr lang="ko-KR" altLang="en-US" dirty="0"/>
              <a:t>우분투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하드웨어 </a:t>
            </a:r>
            <a:r>
              <a:rPr lang="en-US" altLang="ko-KR" dirty="0"/>
              <a:t>(Device): </a:t>
            </a:r>
            <a:r>
              <a:rPr lang="ko-KR" altLang="en-US" dirty="0"/>
              <a:t>아수스 </a:t>
            </a:r>
            <a:r>
              <a:rPr lang="ko-KR" altLang="en-US" dirty="0" err="1"/>
              <a:t>제피러스</a:t>
            </a:r>
            <a:r>
              <a:rPr lang="ko-KR" altLang="en-US" dirty="0"/>
              <a:t> </a:t>
            </a:r>
            <a:r>
              <a:rPr lang="en-US" altLang="ko-KR" dirty="0"/>
              <a:t>G14 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Github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hlinkClick r:id="rId3"/>
              </a:rPr>
              <a:t>https://github.com/1st0Groom/university/tree/main/opencv/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사진 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 KTWIZ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안현민 선수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40BE396-85DA-CE5D-2491-3131E14D9656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6CBBBD9-1E6C-440C-2D9E-34CF2E0A448E}"/>
                </a:ext>
              </a:extLst>
            </p:cNvPr>
            <p:cNvSpPr txBox="1"/>
            <p:nvPr/>
          </p:nvSpPr>
          <p:spPr>
            <a:xfrm>
              <a:off x="515938" y="538480"/>
              <a:ext cx="540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00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5C5185-C209-88FC-9FA4-6683A90015D2}"/>
                </a:ext>
              </a:extLst>
            </p:cNvPr>
            <p:cNvSpPr txBox="1"/>
            <p:nvPr/>
          </p:nvSpPr>
          <p:spPr>
            <a:xfrm>
              <a:off x="851806" y="540523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컴퓨터 그래픽스 중간고사 과제 보고서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19A442-550F-9E65-D3CF-BD9B11C7B9DC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43B7CDE-372D-0FDF-F685-718B96B60FD5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2D12F6D5-622A-2D84-7A6F-4F416F63B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343" y="2467059"/>
            <a:ext cx="4858368" cy="336664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E5F818-57DB-8885-7922-17C6090EE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7A3FF83-B2DC-F7B0-F0C3-9CC42C83D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343" y="1837301"/>
            <a:ext cx="4858368" cy="4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FA6B-014B-C06C-DE76-43003380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450DA2EC-88EF-D9D3-EB22-25578C4FB54A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1E93F8-63E8-31BC-6C98-D9831A331DD8}"/>
                </a:ext>
              </a:extLst>
            </p:cNvPr>
            <p:cNvSpPr txBox="1"/>
            <p:nvPr/>
          </p:nvSpPr>
          <p:spPr>
            <a:xfrm>
              <a:off x="515938" y="538480"/>
              <a:ext cx="540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01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3B6F4C4-1D4F-156E-3F28-296A7ACA628F}"/>
                </a:ext>
              </a:extLst>
            </p:cNvPr>
            <p:cNvSpPr txBox="1"/>
            <p:nvPr/>
          </p:nvSpPr>
          <p:spPr>
            <a:xfrm>
              <a:off x="851806" y="540523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히스토그램 그리기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653C90-BCD1-4138-01F1-2F14388CC1F0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93D93C-0B86-E33B-DB53-3C329AC9060E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4E4B72E3-BBD6-0194-185B-61846B214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2FBFDB-5B81-D8ED-18BF-BD9B8366A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583" y="2747357"/>
            <a:ext cx="4299479" cy="32229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0ED944-0F0C-CC90-4E3B-C712BE624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949" y="2117558"/>
            <a:ext cx="3866133" cy="43854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5104BA9-8B40-9C63-641C-7A02356F7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509488"/>
            <a:ext cx="6233205" cy="51097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5D377F8-7576-36DD-9494-730ACCC478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68471"/>
            <a:ext cx="3608183" cy="27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3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51560-5FAE-E5A3-2368-94030AE8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EED3A076-5C8E-7E44-AD9F-1631E4FB41DF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4D50079-6368-800E-FBAD-C7097435AE6B}"/>
                </a:ext>
              </a:extLst>
            </p:cNvPr>
            <p:cNvSpPr txBox="1"/>
            <p:nvPr/>
          </p:nvSpPr>
          <p:spPr>
            <a:xfrm>
              <a:off x="515938" y="538480"/>
              <a:ext cx="10225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02 - 1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33B5AB-3874-2D87-4A03-221FEB32D4A6}"/>
                </a:ext>
              </a:extLst>
            </p:cNvPr>
            <p:cNvSpPr txBox="1"/>
            <p:nvPr/>
          </p:nvSpPr>
          <p:spPr>
            <a:xfrm>
              <a:off x="1233355" y="550428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색체계</a:t>
              </a:r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변환</a:t>
              </a:r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(RGB to YUV </a:t>
              </a:r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변환</a:t>
              </a:r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3381C8-3DEB-083D-DCC0-96651D0817DC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3B48CB9-4427-2501-AD3A-9EFB6BA8CFCE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A44C8A7E-39BC-9AAE-E6E5-0C84EE4D6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3D7D6F-E27C-4E01-210B-3B0EB7779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9883"/>
            <a:ext cx="2204344" cy="2650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086C3D6-478B-CE2F-F5CF-A44975509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11202"/>
            <a:ext cx="6183086" cy="47066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CA6ABBE-B2D8-D334-3299-E261C2A646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332" y="1989623"/>
            <a:ext cx="2452039" cy="16991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BB0084-B581-60EB-5465-29ECD4765C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371" y="1989623"/>
            <a:ext cx="2452039" cy="169916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F9BAF8E-9D3F-A0EA-DDF6-86EAD3D4C8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332" y="4252442"/>
            <a:ext cx="2452039" cy="169915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B3DF52E-DBA7-C595-8C47-B31A5568D3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460" y="4252441"/>
            <a:ext cx="2452039" cy="169915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980174C-26F0-CE4A-FAB9-6C92CE6128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4818" y="1597707"/>
            <a:ext cx="2500207" cy="37842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81FAC53-0549-777C-9206-E01455AEF5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5025" y="1544962"/>
            <a:ext cx="2374911" cy="41665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E4E1022-7FD8-3839-3D04-14AC77D844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9332" y="3760342"/>
            <a:ext cx="2452394" cy="45982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B2E2C10-3F54-F242-5F6D-CBF953C4B1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8522" y="3752436"/>
            <a:ext cx="2452039" cy="46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6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A897-2FDB-811E-7B1B-C6AC62E6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0FD0A484-0C7C-76C1-A6A5-E06FE4AAE7C6}"/>
              </a:ext>
            </a:extLst>
          </p:cNvPr>
          <p:cNvGrpSpPr/>
          <p:nvPr/>
        </p:nvGrpSpPr>
        <p:grpSpPr>
          <a:xfrm>
            <a:off x="515937" y="311155"/>
            <a:ext cx="11160125" cy="618016"/>
            <a:chOff x="515937" y="311155"/>
            <a:chExt cx="11160125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51BC711-99A5-8513-D6E5-6D0F6CEEEDB4}"/>
                </a:ext>
              </a:extLst>
            </p:cNvPr>
            <p:cNvSpPr txBox="1"/>
            <p:nvPr/>
          </p:nvSpPr>
          <p:spPr>
            <a:xfrm>
              <a:off x="515937" y="538480"/>
              <a:ext cx="95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02 - 2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CC7CA0-8DBE-5E05-5176-BA50EE6AD022}"/>
                </a:ext>
              </a:extLst>
            </p:cNvPr>
            <p:cNvSpPr txBox="1"/>
            <p:nvPr/>
          </p:nvSpPr>
          <p:spPr>
            <a:xfrm>
              <a:off x="1327018" y="533087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색체계</a:t>
              </a:r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변환</a:t>
              </a:r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(RGB to </a:t>
              </a:r>
              <a:r>
                <a:rPr lang="en-US" altLang="ko-KR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YCbCr</a:t>
              </a:r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</a:t>
              </a:r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변환</a:t>
              </a:r>
              <a:r>
                <a:rPr lang="en-US" altLang="ko-KR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B62C45-6DF7-2380-7029-D5A8D23EA50A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71A423D-FC16-D842-DDEA-B0BF5B672460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AD090A90-CA60-4E6A-3B71-B94340F0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C71B8A3-8F78-352C-8481-29F1191A1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371" y="1989623"/>
            <a:ext cx="2452039" cy="169916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141E63A-429B-E7ED-3950-94700F59A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818" y="1597707"/>
            <a:ext cx="2500207" cy="37842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CE62A96-DB3A-056A-74E0-8370FC2FC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025" y="1544962"/>
            <a:ext cx="2374911" cy="4166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49F77D-8433-510C-1320-84AFCD415D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22930"/>
            <a:ext cx="2472996" cy="2747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AE1379-693F-0FFA-5B24-E17AC1CA39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53287"/>
            <a:ext cx="6236888" cy="47549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A699607-C02D-9576-90FE-31AD6C2089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46" y="1994075"/>
            <a:ext cx="2439190" cy="169025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29EF064-7FBE-77E0-2D88-2F2C35B835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46" y="4252441"/>
            <a:ext cx="2452039" cy="169915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02118A9-45E2-B301-5AA2-73D1F8A27B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885" y="4252441"/>
            <a:ext cx="2452039" cy="16991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30CC23E-6462-7E0F-4C9A-F0D926567B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2035" y="3828642"/>
            <a:ext cx="2449336" cy="37337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4A8815F-207D-0B02-9BE3-D4DB12A114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1370" y="3857669"/>
            <a:ext cx="2449335" cy="38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0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A8E7-717A-E66E-CDA0-9A74AA39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388126F-EA7A-E3CC-184D-E4F6EAD355B3}"/>
              </a:ext>
            </a:extLst>
          </p:cNvPr>
          <p:cNvSpPr txBox="1"/>
          <p:nvPr/>
        </p:nvSpPr>
        <p:spPr>
          <a:xfrm>
            <a:off x="729299" y="2036172"/>
            <a:ext cx="19576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명암 대비</a:t>
            </a:r>
            <a:endParaRPr lang="en-US" altLang="ko-KR" sz="2500" dirty="0">
              <a:solidFill>
                <a:srgbClr val="2963EC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sz="2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스트레칭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4E1242-560D-076D-8A1C-904F345F26B6}"/>
              </a:ext>
            </a:extLst>
          </p:cNvPr>
          <p:cNvSpPr/>
          <p:nvPr/>
        </p:nvSpPr>
        <p:spPr>
          <a:xfrm>
            <a:off x="786289" y="3397059"/>
            <a:ext cx="900000" cy="36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00142-FB3E-5072-E280-FE7B21B5C1FA}"/>
              </a:ext>
            </a:extLst>
          </p:cNvPr>
          <p:cNvSpPr txBox="1"/>
          <p:nvPr/>
        </p:nvSpPr>
        <p:spPr>
          <a:xfrm>
            <a:off x="786289" y="3753464"/>
            <a:ext cx="5656714" cy="170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비교 분석 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좁은 구역에 </a:t>
            </a:r>
            <a:r>
              <a:rPr lang="ko-KR" altLang="en-US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몰려있던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픽셀 값들을 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0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부터 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255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까지 선형적으로 잡아당겨 늘렸습니다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히스토그램의 형태 자체는 유지되면서 양옆으로 넓게 퍼진 것을 확인할 수 있으며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이로 인해 원본보다 대비가 적당히 증가하여 선명해진 결과를 보여줍니다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DE45A30-5D41-2E9D-E799-16EC9F3A175B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007171-BE5E-CA30-78CE-E5132D79C4CF}"/>
                </a:ext>
              </a:extLst>
            </p:cNvPr>
            <p:cNvSpPr txBox="1"/>
            <p:nvPr/>
          </p:nvSpPr>
          <p:spPr>
            <a:xfrm>
              <a:off x="515938" y="538480"/>
              <a:ext cx="920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03-1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56E9B8-6FCE-7D6E-29E1-D8C2339318C1}"/>
                </a:ext>
              </a:extLst>
            </p:cNvPr>
            <p:cNvSpPr txBox="1"/>
            <p:nvPr/>
          </p:nvSpPr>
          <p:spPr>
            <a:xfrm>
              <a:off x="1150989" y="538480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명암 조절 알고리즘 결과 및 비교 분석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9EE18B-023D-098A-EB21-BE5DBC4321D9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254B44-9D58-CD13-6485-9B0DAEC60EC7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7E5BFE16-AFF5-B957-6E05-25D634A9F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74A535-7617-7FF1-EAA5-DD3AA10497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1" t="-3249" b="91022"/>
          <a:stretch>
            <a:fillRect/>
          </a:stretch>
        </p:blipFill>
        <p:spPr>
          <a:xfrm>
            <a:off x="7260189" y="1120828"/>
            <a:ext cx="3395206" cy="31995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7CAB5B3-9608-AF27-4031-310D462010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6852"/>
          <a:stretch>
            <a:fillRect/>
          </a:stretch>
        </p:blipFill>
        <p:spPr>
          <a:xfrm>
            <a:off x="7260189" y="3775406"/>
            <a:ext cx="3482293" cy="36709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34C847B-04CF-7FE1-CD19-FAB33B7F24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189" y="4129527"/>
            <a:ext cx="3482293" cy="261035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E90C115-F9A9-5026-BA6F-6797291D75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442" y="1478984"/>
            <a:ext cx="3380953" cy="2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9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0E97-4B2C-CAE2-ED72-6D56389A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03557C4-6688-468A-E055-2D8A7BA1B98C}"/>
              </a:ext>
            </a:extLst>
          </p:cNvPr>
          <p:cNvSpPr txBox="1"/>
          <p:nvPr/>
        </p:nvSpPr>
        <p:spPr>
          <a:xfrm>
            <a:off x="729299" y="2036172"/>
            <a:ext cx="19576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히스토그램</a:t>
            </a:r>
            <a:endParaRPr lang="en-US" altLang="ko-KR" sz="2500" dirty="0">
              <a:solidFill>
                <a:srgbClr val="2963EC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sz="25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평활화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283B05-F911-1ABC-A831-47448C9ECFA9}"/>
              </a:ext>
            </a:extLst>
          </p:cNvPr>
          <p:cNvSpPr/>
          <p:nvPr/>
        </p:nvSpPr>
        <p:spPr>
          <a:xfrm>
            <a:off x="786289" y="3397059"/>
            <a:ext cx="900000" cy="36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9443E-78B0-0DDB-E487-E9A75BA26E61}"/>
              </a:ext>
            </a:extLst>
          </p:cNvPr>
          <p:cNvSpPr txBox="1"/>
          <p:nvPr/>
        </p:nvSpPr>
        <p:spPr>
          <a:xfrm>
            <a:off x="786289" y="3753464"/>
            <a:ext cx="5656714" cy="212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비교 분석 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히스토그램을 단순히 늘리는 것을 넘어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픽셀의 분포가 모든 밝기 영역에서 최대한 균일해지도록 강제로 재배치 했습니다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스트레칭보다 훨씬 더 강력한 대비 향상을 가져오지만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픽셀이 재분배되면서 일부 영역에 과보정이 일어나거나 노이즈가 강조되는 현상을 볼 수 있습니다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E99B8D-3E5D-10AD-26EF-566970996FA1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BCD6BB-0084-E479-4EDB-70726CA267ED}"/>
                </a:ext>
              </a:extLst>
            </p:cNvPr>
            <p:cNvSpPr txBox="1"/>
            <p:nvPr/>
          </p:nvSpPr>
          <p:spPr>
            <a:xfrm>
              <a:off x="515938" y="538480"/>
              <a:ext cx="920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03-2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1FD584-CBBF-0F74-19C9-A3B349828AEB}"/>
                </a:ext>
              </a:extLst>
            </p:cNvPr>
            <p:cNvSpPr txBox="1"/>
            <p:nvPr/>
          </p:nvSpPr>
          <p:spPr>
            <a:xfrm>
              <a:off x="1150989" y="538480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명암 조절 알고리즘 결과 및 비교 분석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886C1F-4211-E17A-3A5A-56FFA2E11646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9879885-74C0-F03E-6312-975C7169D689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DCB015A-D1E9-2887-1CA5-60C10AE4E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535E22-29DE-9050-4C7C-96D8EF4E66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1" t="-3249" b="91022"/>
          <a:stretch>
            <a:fillRect/>
          </a:stretch>
        </p:blipFill>
        <p:spPr>
          <a:xfrm>
            <a:off x="7260189" y="1120828"/>
            <a:ext cx="3395206" cy="3199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370E09-8AA5-C664-6B56-3B9A01BF75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189" y="4142496"/>
            <a:ext cx="3482293" cy="26103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9F65CA-4F78-A8E4-DFA4-C7463EAD02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442" y="1484321"/>
            <a:ext cx="3380953" cy="23428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DD46E68-CF90-9578-7CF3-9791AF4319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6852"/>
          <a:stretch>
            <a:fillRect/>
          </a:stretch>
        </p:blipFill>
        <p:spPr>
          <a:xfrm>
            <a:off x="7260189" y="3920546"/>
            <a:ext cx="3482293" cy="36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42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CB77-6ED3-EEC6-5204-87117E3F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1977FCC-5515-64D8-02E7-2355A2B0EA0D}"/>
              </a:ext>
            </a:extLst>
          </p:cNvPr>
          <p:cNvSpPr txBox="1"/>
          <p:nvPr/>
        </p:nvSpPr>
        <p:spPr>
          <a:xfrm>
            <a:off x="786289" y="2311944"/>
            <a:ext cx="19576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감마 </a:t>
            </a:r>
            <a:r>
              <a:rPr lang="ko-KR" altLang="en-US" sz="2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보정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95E291-89FD-7130-C2B4-500DF371DA7B}"/>
              </a:ext>
            </a:extLst>
          </p:cNvPr>
          <p:cNvSpPr/>
          <p:nvPr/>
        </p:nvSpPr>
        <p:spPr>
          <a:xfrm>
            <a:off x="786289" y="3397059"/>
            <a:ext cx="900000" cy="36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82462D-24C8-0347-3238-35F8C09F6422}"/>
              </a:ext>
            </a:extLst>
          </p:cNvPr>
          <p:cNvSpPr txBox="1"/>
          <p:nvPr/>
        </p:nvSpPr>
        <p:spPr>
          <a:xfrm>
            <a:off x="786289" y="3753464"/>
            <a:ext cx="5656714" cy="212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비교 분석 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 </a:t>
            </a:r>
            <a:r>
              <a:rPr lang="ko-KR" altLang="en-US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비선형적인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수식을 통해 픽셀의 밝기를 조정했습니다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적용한 감마 값에 따라 히스토그램의 전체적인 픽셀 분포가 왼쪽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(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어두운 쪽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) 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또는 오른쪽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(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밝은 쪽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)</a:t>
            </a: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으로 쏠리면서 원본보다 이미지가 전체적으로 어두워지거나 밝아지는 효과를 확인할 수 있습니다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  <a:endParaRPr lang="ko-KR" altLang="en-US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BDBFD1-8B4E-4A6E-C756-8C7E275F4AEF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C43517-CD20-FA11-47F5-441A3522B84E}"/>
                </a:ext>
              </a:extLst>
            </p:cNvPr>
            <p:cNvSpPr txBox="1"/>
            <p:nvPr/>
          </p:nvSpPr>
          <p:spPr>
            <a:xfrm>
              <a:off x="515938" y="538480"/>
              <a:ext cx="920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03-3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52BE3B-A97F-6B3F-4FC2-43C96F610909}"/>
                </a:ext>
              </a:extLst>
            </p:cNvPr>
            <p:cNvSpPr txBox="1"/>
            <p:nvPr/>
          </p:nvSpPr>
          <p:spPr>
            <a:xfrm>
              <a:off x="1150989" y="538480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명암 조절 알고리즘 결과 및 비교 분석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6E1B36-67A1-CD87-177B-64BC43FCF4D1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A64BAA-462B-704E-82EA-30F4B157E746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74D68C92-BCEA-6D39-95A9-5F2EF8E6C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BA9710-01AA-9ADE-E41C-91FBFC3E1B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1" t="-3249" b="91022"/>
          <a:stretch>
            <a:fillRect/>
          </a:stretch>
        </p:blipFill>
        <p:spPr>
          <a:xfrm>
            <a:off x="7260189" y="1120828"/>
            <a:ext cx="3395206" cy="3199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9CC2948-1E99-7441-9D66-7D727F81BC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442" y="1499552"/>
            <a:ext cx="3398395" cy="23549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7C9D1DB-1FEA-B366-6910-5CB2CF3ADA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442" y="4113468"/>
            <a:ext cx="3482293" cy="26103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B1BB177-40D6-B0F3-2383-BCEECC59E8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6852"/>
          <a:stretch>
            <a:fillRect/>
          </a:stretch>
        </p:blipFill>
        <p:spPr>
          <a:xfrm>
            <a:off x="7260189" y="3935060"/>
            <a:ext cx="3482293" cy="36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37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6B898F-9BA7-2033-BB9F-7C9D4E13F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" y="577909"/>
            <a:ext cx="5979915" cy="57021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907498-5E85-536B-18EE-651E0E31A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17" y="577909"/>
            <a:ext cx="6169869" cy="57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8787E1-A1C9-566E-7FC6-A95198F8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560" y="118176"/>
            <a:ext cx="5478880" cy="662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4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00E9-6DF4-A473-FB10-BA32793C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DA55598-338B-A92C-0D5A-908328323831}"/>
              </a:ext>
            </a:extLst>
          </p:cNvPr>
          <p:cNvSpPr txBox="1"/>
          <p:nvPr/>
        </p:nvSpPr>
        <p:spPr>
          <a:xfrm>
            <a:off x="609600" y="2053776"/>
            <a:ext cx="227622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양선형</a:t>
            </a:r>
            <a:r>
              <a:rPr lang="en-US" altLang="ko-KR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2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보간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sz="2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그리고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en-US" altLang="ko-KR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Lanczos</a:t>
            </a:r>
            <a:r>
              <a:rPr lang="en-US" altLang="ko-KR" sz="2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25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보간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CC5844-FFBD-9B25-641A-BD802EDCDB06}"/>
              </a:ext>
            </a:extLst>
          </p:cNvPr>
          <p:cNvSpPr/>
          <p:nvPr/>
        </p:nvSpPr>
        <p:spPr>
          <a:xfrm>
            <a:off x="786289" y="3397059"/>
            <a:ext cx="900000" cy="36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F97FED-A191-0806-36DB-FF261DF3C286}"/>
              </a:ext>
            </a:extLst>
          </p:cNvPr>
          <p:cNvSpPr txBox="1"/>
          <p:nvPr/>
        </p:nvSpPr>
        <p:spPr>
          <a:xfrm>
            <a:off x="616291" y="3558446"/>
            <a:ext cx="5656714" cy="3460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비교분석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양선형 보간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주변 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4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개의 픽셀을 거리 비율로 가중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평균내어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빈 공간을 채우는 방식으로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보편적으로 가장 많이 사용됩니다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계산 속도와 품질의 밸런스가 좋지만 이미지가 약간 흐려지는 현상이 나타납니다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Lanczos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보간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더 넓은 주변 픽셀 영역을 참조하여 픽셀을 채우기 때문에 연산 속도는 느리나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디테일을 보존하는 능력이 뛰어나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양선형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보간보다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선명하고 품질이 높은 결과를 보여줍니다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배달의민족 한나체 Air" panose="020B0600000101010101" pitchFamily="50" charset="-127"/>
              <a:ea typeface="배달의민족 한나체 Air" panose="020B060000010101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324B00B-793B-214E-B632-69CB199DA774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6D0117-5BB0-D057-0CB3-D7D10FCAF1C1}"/>
                </a:ext>
              </a:extLst>
            </p:cNvPr>
            <p:cNvSpPr txBox="1"/>
            <p:nvPr/>
          </p:nvSpPr>
          <p:spPr>
            <a:xfrm>
              <a:off x="515938" y="538480"/>
              <a:ext cx="920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04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A6C4E3-3E4F-1325-0DE1-C7DB51220ED7}"/>
                </a:ext>
              </a:extLst>
            </p:cNvPr>
            <p:cNvSpPr txBox="1"/>
            <p:nvPr/>
          </p:nvSpPr>
          <p:spPr>
            <a:xfrm>
              <a:off x="873020" y="538480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보간법</a:t>
              </a:r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알고리즘 결과 및 비교 분석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92DCF2-6617-9DFE-BB90-60C360893B12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CE7BE25-7694-88D5-9562-8FF74A8595A3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C1BAAB9E-0AA4-E058-ED4A-C72463659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313DCB2-B6B8-4273-3949-B704A0FC63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1" t="-3249" b="91022"/>
          <a:stretch>
            <a:fillRect/>
          </a:stretch>
        </p:blipFill>
        <p:spPr>
          <a:xfrm>
            <a:off x="7260189" y="1120828"/>
            <a:ext cx="3395206" cy="3199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8A2356-7B0C-EFC8-FA6E-AC6B292F3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190" y="1481558"/>
            <a:ext cx="3395206" cy="235273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77310EC-749B-79A2-231C-6ECD84ADBB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813" y="3875071"/>
            <a:ext cx="4951620" cy="31995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B794F55-C68D-0BF3-599F-52FD1DF33E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041" y="4308371"/>
            <a:ext cx="2056701" cy="20567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F9F36B9-1EFA-4593-C0EE-762BC901A0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982" y="4293856"/>
            <a:ext cx="2056701" cy="205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44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EE81ED-7F63-0101-4A02-B7723B23C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569" y="68943"/>
            <a:ext cx="8248861" cy="672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57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F5AA-13F9-D885-BCA2-02A64388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D9ED4E-A98C-F714-224B-5715C4B25C17}"/>
              </a:ext>
            </a:extLst>
          </p:cNvPr>
          <p:cNvSpPr txBox="1"/>
          <p:nvPr/>
        </p:nvSpPr>
        <p:spPr>
          <a:xfrm>
            <a:off x="616291" y="2227038"/>
            <a:ext cx="254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</a:t>
            </a:r>
            <a:r>
              <a:rPr lang="ko-KR" altLang="en-US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차 미분 기반</a:t>
            </a:r>
            <a:endParaRPr lang="en-US" altLang="ko-KR" sz="2500" dirty="0">
              <a:solidFill>
                <a:srgbClr val="2963EC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en-US" altLang="ko-KR" sz="25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Scharr,Canny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853AC4-FA2C-E175-1780-B8E9A13FEE77}"/>
              </a:ext>
            </a:extLst>
          </p:cNvPr>
          <p:cNvSpPr/>
          <p:nvPr/>
        </p:nvSpPr>
        <p:spPr>
          <a:xfrm>
            <a:off x="786289" y="3397059"/>
            <a:ext cx="900000" cy="36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CA813-83AF-DFF5-FDF8-385AE573B6FA}"/>
              </a:ext>
            </a:extLst>
          </p:cNvPr>
          <p:cNvSpPr txBox="1"/>
          <p:nvPr/>
        </p:nvSpPr>
        <p:spPr>
          <a:xfrm>
            <a:off x="616291" y="3397059"/>
            <a:ext cx="5656714" cy="341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비교분석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Scharr: Sobel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알고리즘의 단점을 보완하여 미세한 방향 변화에 강합니다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 X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축과 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Y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축의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미분값을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합산한 결과로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굵고 뚜렷한 윤곽선을 뽑아내지만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다소 거칠고 노이즈가 섞일 수 있습니다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Canny: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노이즈 제거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그래디언트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계산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,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비최대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억제 등 다단계 과정을 거치는 가장 강력한 에지 검출기입니다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다른 알고리즘에 비해 끊김이 적고 두께가 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1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픽셀 수준으로 아주 깔끔하고 정교한 윤곽선 결과를 보여줍니다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BA50CED-E385-7246-5FDF-21BA08F9AB25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D8FC84-E0DD-0A6B-931F-1CBBC0E4687C}"/>
                </a:ext>
              </a:extLst>
            </p:cNvPr>
            <p:cNvSpPr txBox="1"/>
            <p:nvPr/>
          </p:nvSpPr>
          <p:spPr>
            <a:xfrm>
              <a:off x="515938" y="538480"/>
              <a:ext cx="920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05-1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8AE55B8-DDA5-DFA9-C457-E7C9111DA663}"/>
                </a:ext>
              </a:extLst>
            </p:cNvPr>
            <p:cNvSpPr txBox="1"/>
            <p:nvPr/>
          </p:nvSpPr>
          <p:spPr>
            <a:xfrm>
              <a:off x="1092932" y="538480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에지 검출 알고리즘 결과 및 비교 분석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63D777-7539-15FA-3BAE-A6F2E0B491CF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99E23AB-FFF7-9489-C1E0-2867FDD9BDCC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99C8E867-2BF6-FE19-C941-B3282D37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1BEC31-2375-9E16-E144-35EFE7535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516" y="1002731"/>
            <a:ext cx="4170333" cy="39641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87F3458-A3F6-9CEE-CA90-8676B2D6AA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315" y="1399150"/>
            <a:ext cx="3450734" cy="239121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004B9AB-7BBE-E6DA-0748-0EE8D7BCC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7516" y="3862242"/>
            <a:ext cx="4170333" cy="32454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128183E-F0F3-3478-8243-0A33967806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315" y="4263243"/>
            <a:ext cx="3450734" cy="239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3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832EC-4965-6B58-D9F4-C13ABFF77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543C538-D44F-0FA4-114F-646470EE848C}"/>
              </a:ext>
            </a:extLst>
          </p:cNvPr>
          <p:cNvSpPr txBox="1"/>
          <p:nvPr/>
        </p:nvSpPr>
        <p:spPr>
          <a:xfrm>
            <a:off x="616291" y="2227038"/>
            <a:ext cx="254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</a:t>
            </a:r>
            <a:r>
              <a:rPr lang="ko-KR" altLang="en-US" sz="2500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차 미분 기반</a:t>
            </a:r>
            <a:endParaRPr lang="en-US" altLang="ko-KR" sz="2500" dirty="0">
              <a:solidFill>
                <a:srgbClr val="2963EC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en-US" altLang="ko-KR" sz="2500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LoG,DoG</a:t>
            </a:r>
            <a:endParaRPr lang="en-US" altLang="ko-KR" sz="25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0D616D-B37E-8657-9F7C-43F49292327E}"/>
              </a:ext>
            </a:extLst>
          </p:cNvPr>
          <p:cNvSpPr/>
          <p:nvPr/>
        </p:nvSpPr>
        <p:spPr>
          <a:xfrm>
            <a:off x="786289" y="3397059"/>
            <a:ext cx="900000" cy="36000"/>
          </a:xfrm>
          <a:prstGeom prst="rect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961E5-5388-40B8-54A8-45794E2C3473}"/>
              </a:ext>
            </a:extLst>
          </p:cNvPr>
          <p:cNvSpPr txBox="1"/>
          <p:nvPr/>
        </p:nvSpPr>
        <p:spPr>
          <a:xfrm>
            <a:off x="616291" y="3397059"/>
            <a:ext cx="5656714" cy="341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비교분석</a:t>
            </a:r>
            <a:r>
              <a:rPr lang="en-US" altLang="ko-KR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LoG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: 2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차 미분인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라플라시안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필터가 노이즈에 매우 취약하다는 단점을 보완하기 위해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가우시안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블러를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먼저 적용한 결과입니다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노이즈는 줄이면서도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에지를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안정적이고 부드럽게 찾아냅니다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DoG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: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복잡한 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2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차 미분 연산 대신 흐린 정도가 다른 두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가우시안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</a:t>
            </a:r>
            <a:r>
              <a:rPr lang="ko-KR" altLang="en-US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블러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 이미지의 단순 차이를 이용해 </a:t>
            </a:r>
            <a:r>
              <a:rPr lang="en-US" altLang="ko-KR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LoG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를 근사한 결과입니다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 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처리 속도가 훨씬 빠르면서도 </a:t>
            </a:r>
            <a:r>
              <a:rPr lang="en-US" altLang="ko-KR" sz="1600" dirty="0" err="1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LoG</a:t>
            </a:r>
            <a:r>
              <a:rPr lang="ko-KR" altLang="en-US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와 시각적으로 거의 유사한 훌륭한 에지 검출 성능을 보여줍니다</a:t>
            </a:r>
            <a:r>
              <a:rPr lang="en-US" altLang="ko-KR" sz="16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rPr>
              <a:t>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B97A959-DA4F-47B6-A592-F72F23B6D593}"/>
              </a:ext>
            </a:extLst>
          </p:cNvPr>
          <p:cNvGrpSpPr/>
          <p:nvPr/>
        </p:nvGrpSpPr>
        <p:grpSpPr>
          <a:xfrm>
            <a:off x="515938" y="311155"/>
            <a:ext cx="11160124" cy="618016"/>
            <a:chOff x="515938" y="311155"/>
            <a:chExt cx="11160124" cy="6180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B0BFB09-1B61-92E2-1DED-5F7E7D4A0A8A}"/>
                </a:ext>
              </a:extLst>
            </p:cNvPr>
            <p:cNvSpPr txBox="1"/>
            <p:nvPr/>
          </p:nvSpPr>
          <p:spPr>
            <a:xfrm>
              <a:off x="515938" y="538480"/>
              <a:ext cx="920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2963EC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05-2</a:t>
              </a:r>
              <a:endParaRPr lang="ko-KR" altLang="en-US" dirty="0">
                <a:solidFill>
                  <a:srgbClr val="2963EC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5E4831-35AC-9ADD-5846-E94669788D11}"/>
                </a:ext>
              </a:extLst>
            </p:cNvPr>
            <p:cNvSpPr txBox="1"/>
            <p:nvPr/>
          </p:nvSpPr>
          <p:spPr>
            <a:xfrm>
              <a:off x="1233355" y="538480"/>
              <a:ext cx="4254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에지 검출 알고리즘 결과 및 비교 분석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5BFFDF-BC47-3D27-9790-95C0E798627E}"/>
                </a:ext>
              </a:extLst>
            </p:cNvPr>
            <p:cNvSpPr txBox="1"/>
            <p:nvPr/>
          </p:nvSpPr>
          <p:spPr>
            <a:xfrm>
              <a:off x="515938" y="311155"/>
              <a:ext cx="2844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배달의민족 한나체 Air" panose="020B0600000101010101" pitchFamily="50" charset="-127"/>
                  <a:ea typeface="배달의민족 한나체 Air" panose="020B0600000101010101" pitchFamily="50" charset="-127"/>
                </a:rPr>
                <a:t>README,md</a:t>
              </a:r>
              <a:endParaRPr lang="ko-KR" altLang="en-US" sz="1200" dirty="0">
                <a:latin typeface="배달의민족 한나체 Air" panose="020B0600000101010101" pitchFamily="50" charset="-127"/>
                <a:ea typeface="배달의민족 한나체 Air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E4EE1DA-CC9E-F319-E353-E6C2D58CC02E}"/>
                </a:ext>
              </a:extLst>
            </p:cNvPr>
            <p:cNvSpPr/>
            <p:nvPr/>
          </p:nvSpPr>
          <p:spPr>
            <a:xfrm>
              <a:off x="609600" y="882033"/>
              <a:ext cx="11066462" cy="47138"/>
            </a:xfrm>
            <a:prstGeom prst="rect">
              <a:avLst/>
            </a:prstGeom>
            <a:solidFill>
              <a:schemeClr val="bg1">
                <a:lumMod val="5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6C1B56E9-6BCC-39B8-C7AF-18A6386C2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82" y="538480"/>
            <a:ext cx="933580" cy="333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7897A80-135E-9D74-5CD0-F43058548F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6277" t="137402" r="96277" b="-140728"/>
          <a:stretch>
            <a:fillRect/>
          </a:stretch>
        </p:blipFill>
        <p:spPr>
          <a:xfrm>
            <a:off x="2634780" y="1509187"/>
            <a:ext cx="4832535" cy="40960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93E888-0A41-8543-5920-1F31AFC65C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50359" b="2085"/>
          <a:stretch>
            <a:fillRect/>
          </a:stretch>
        </p:blipFill>
        <p:spPr>
          <a:xfrm>
            <a:off x="7173961" y="1317688"/>
            <a:ext cx="4035311" cy="32646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1EDFE7B-58E1-F85F-9EA3-05F921DA8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303"/>
          <a:stretch>
            <a:fillRect/>
          </a:stretch>
        </p:blipFill>
        <p:spPr>
          <a:xfrm>
            <a:off x="7173961" y="3962907"/>
            <a:ext cx="4035311" cy="32646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CF20946-B47C-96CB-FE64-B51BE80E4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350" y="4465885"/>
            <a:ext cx="3100988" cy="214885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4A0CF7B-A8BD-2101-DE98-99643A303C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892" y="1764420"/>
            <a:ext cx="3057446" cy="211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28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076E7C-CE91-68CF-B8A6-625355BE4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27" y="61442"/>
            <a:ext cx="4906060" cy="67351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8D75F94-210B-53C6-4B3E-140B1C410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715" y="114460"/>
            <a:ext cx="5282866" cy="662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5692</TotalTime>
  <Words>501</Words>
  <Application>Microsoft Office PowerPoint</Application>
  <PresentationFormat>와이드스크린</PresentationFormat>
  <Paragraphs>72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배달의민족 도현</vt:lpstr>
      <vt:lpstr>배달의민족 한나체 Air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변 승언</dc:creator>
  <cp:lastModifiedBy>승언 변</cp:lastModifiedBy>
  <cp:revision>113</cp:revision>
  <dcterms:created xsi:type="dcterms:W3CDTF">2023-06-19T05:14:06Z</dcterms:created>
  <dcterms:modified xsi:type="dcterms:W3CDTF">2026-05-07T08:20:53Z</dcterms:modified>
</cp:coreProperties>
</file>